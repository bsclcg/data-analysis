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7"/>
  </p:notesMasterIdLst>
  <p:sldIdLst>
    <p:sldId id="376" r:id="rId3"/>
    <p:sldId id="381" r:id="rId4"/>
    <p:sldId id="429" r:id="rId5"/>
    <p:sldId id="379" r:id="rId6"/>
    <p:sldId id="398" r:id="rId7"/>
    <p:sldId id="387" r:id="rId8"/>
    <p:sldId id="382" r:id="rId9"/>
    <p:sldId id="399" r:id="rId10"/>
    <p:sldId id="430" r:id="rId11"/>
    <p:sldId id="401" r:id="rId12"/>
    <p:sldId id="431" r:id="rId13"/>
    <p:sldId id="403" r:id="rId14"/>
    <p:sldId id="426" r:id="rId15"/>
    <p:sldId id="432" r:id="rId16"/>
    <p:sldId id="406" r:id="rId17"/>
    <p:sldId id="425" r:id="rId18"/>
    <p:sldId id="433" r:id="rId19"/>
    <p:sldId id="408" r:id="rId20"/>
    <p:sldId id="409" r:id="rId21"/>
    <p:sldId id="427" r:id="rId22"/>
    <p:sldId id="434" r:id="rId23"/>
    <p:sldId id="411" r:id="rId24"/>
    <p:sldId id="435" r:id="rId25"/>
    <p:sldId id="412" r:id="rId26"/>
    <p:sldId id="436" r:id="rId27"/>
    <p:sldId id="415" r:id="rId28"/>
    <p:sldId id="416" r:id="rId29"/>
    <p:sldId id="417" r:id="rId30"/>
    <p:sldId id="419" r:id="rId31"/>
    <p:sldId id="437" r:id="rId32"/>
    <p:sldId id="438" r:id="rId33"/>
    <p:sldId id="423" r:id="rId34"/>
    <p:sldId id="424" r:id="rId35"/>
    <p:sldId id="43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BF1E331-C3E1-437F-80DF-544E86021793}">
          <p14:sldIdLst>
            <p14:sldId id="376"/>
            <p14:sldId id="381"/>
            <p14:sldId id="429"/>
            <p14:sldId id="379"/>
            <p14:sldId id="398"/>
            <p14:sldId id="387"/>
            <p14:sldId id="382"/>
            <p14:sldId id="399"/>
            <p14:sldId id="430"/>
            <p14:sldId id="401"/>
            <p14:sldId id="431"/>
            <p14:sldId id="403"/>
            <p14:sldId id="426"/>
            <p14:sldId id="432"/>
            <p14:sldId id="406"/>
            <p14:sldId id="425"/>
            <p14:sldId id="433"/>
            <p14:sldId id="408"/>
            <p14:sldId id="409"/>
            <p14:sldId id="427"/>
            <p14:sldId id="434"/>
            <p14:sldId id="411"/>
            <p14:sldId id="435"/>
            <p14:sldId id="412"/>
            <p14:sldId id="436"/>
            <p14:sldId id="415"/>
            <p14:sldId id="416"/>
            <p14:sldId id="417"/>
            <p14:sldId id="419"/>
            <p14:sldId id="437"/>
            <p14:sldId id="438"/>
            <p14:sldId id="423"/>
            <p14:sldId id="424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D215"/>
    <a:srgbClr val="F57D15"/>
    <a:srgbClr val="D2D2D2"/>
    <a:srgbClr val="FFE67D"/>
    <a:srgbClr val="FFDA3F"/>
    <a:srgbClr val="FFE161"/>
    <a:srgbClr val="FF5B5F"/>
    <a:srgbClr val="FF7C80"/>
    <a:srgbClr val="EB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CD6B0-B107-80C7-9047-0C622EF3D44D}" v="11" dt="2026-02-25T13:38:54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6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uevara Hernandez" userId="946bcc4c-b146-4724-978c-751fab731e0a" providerId="ADAL" clId="{8D45B6E4-1233-4CBF-9F60-0793E96FE6AE}"/>
    <pc:docChg chg="undo redo custSel modSld">
      <pc:chgData name="Luis Carlos Guevara Hernandez" userId="946bcc4c-b146-4724-978c-751fab731e0a" providerId="ADAL" clId="{8D45B6E4-1233-4CBF-9F60-0793E96FE6AE}" dt="2026-02-16T15:04:49.434" v="165" actId="478"/>
      <pc:docMkLst>
        <pc:docMk/>
      </pc:docMkLst>
      <pc:sldChg chg="addSp modSp">
        <pc:chgData name="Luis Carlos Guevara Hernandez" userId="946bcc4c-b146-4724-978c-751fab731e0a" providerId="ADAL" clId="{8D45B6E4-1233-4CBF-9F60-0793E96FE6AE}" dt="2026-02-11T22:44:58.059" v="0"/>
        <pc:sldMkLst>
          <pc:docMk/>
          <pc:sldMk cId="1650111816" sldId="376"/>
        </pc:sldMkLst>
        <pc:spChg chg="add mod">
          <ac:chgData name="Luis Carlos Guevara Hernandez" userId="946bcc4c-b146-4724-978c-751fab731e0a" providerId="ADAL" clId="{8D45B6E4-1233-4CBF-9F60-0793E96FE6AE}" dt="2026-02-11T22:44:58.059" v="0"/>
          <ac:spMkLst>
            <pc:docMk/>
            <pc:sldMk cId="1650111816" sldId="376"/>
            <ac:spMk id="2" creationId="{641FDD36-8E1C-F8CB-6A6A-8F78F01714F8}"/>
          </ac:spMkLst>
        </pc:spChg>
        <pc:spChg chg="add mod">
          <ac:chgData name="Luis Carlos Guevara Hernandez" userId="946bcc4c-b146-4724-978c-751fab731e0a" providerId="ADAL" clId="{8D45B6E4-1233-4CBF-9F60-0793E96FE6AE}" dt="2026-02-11T22:44:58.059" v="0"/>
          <ac:spMkLst>
            <pc:docMk/>
            <pc:sldMk cId="1650111816" sldId="376"/>
            <ac:spMk id="3" creationId="{AB75F9D2-FAC0-D94E-1105-DE7492693FCE}"/>
          </ac:spMkLst>
        </pc:spChg>
        <pc:spChg chg="add mod">
          <ac:chgData name="Luis Carlos Guevara Hernandez" userId="946bcc4c-b146-4724-978c-751fab731e0a" providerId="ADAL" clId="{8D45B6E4-1233-4CBF-9F60-0793E96FE6AE}" dt="2026-02-11T22:44:58.059" v="0"/>
          <ac:spMkLst>
            <pc:docMk/>
            <pc:sldMk cId="1650111816" sldId="376"/>
            <ac:spMk id="4" creationId="{9390AB68-5697-F157-260D-DC4AF84FFD74}"/>
          </ac:spMkLst>
        </pc:spChg>
        <pc:spChg chg="add mod">
          <ac:chgData name="Luis Carlos Guevara Hernandez" userId="946bcc4c-b146-4724-978c-751fab731e0a" providerId="ADAL" clId="{8D45B6E4-1233-4CBF-9F60-0793E96FE6AE}" dt="2026-02-11T22:44:58.059" v="0"/>
          <ac:spMkLst>
            <pc:docMk/>
            <pc:sldMk cId="1650111816" sldId="376"/>
            <ac:spMk id="6" creationId="{FBB3FD7B-141B-6117-0E73-08851C408E72}"/>
          </ac:spMkLst>
        </pc:spChg>
      </pc:sldChg>
      <pc:sldChg chg="addSp modSp">
        <pc:chgData name="Luis Carlos Guevara Hernandez" userId="946bcc4c-b146-4724-978c-751fab731e0a" providerId="ADAL" clId="{8D45B6E4-1233-4CBF-9F60-0793E96FE6AE}" dt="2026-02-11T22:44:59.259" v="1"/>
        <pc:sldMkLst>
          <pc:docMk/>
          <pc:sldMk cId="1033980793" sldId="381"/>
        </pc:sldMkLst>
        <pc:spChg chg="add mod">
          <ac:chgData name="Luis Carlos Guevara Hernandez" userId="946bcc4c-b146-4724-978c-751fab731e0a" providerId="ADAL" clId="{8D45B6E4-1233-4CBF-9F60-0793E96FE6AE}" dt="2026-02-11T22:44:59.259" v="1"/>
          <ac:spMkLst>
            <pc:docMk/>
            <pc:sldMk cId="1033980793" sldId="381"/>
            <ac:spMk id="3" creationId="{33AE7592-D114-D18E-8ED7-E4DCD2481982}"/>
          </ac:spMkLst>
        </pc:spChg>
        <pc:spChg chg="add mod">
          <ac:chgData name="Luis Carlos Guevara Hernandez" userId="946bcc4c-b146-4724-978c-751fab731e0a" providerId="ADAL" clId="{8D45B6E4-1233-4CBF-9F60-0793E96FE6AE}" dt="2026-02-11T22:44:59.259" v="1"/>
          <ac:spMkLst>
            <pc:docMk/>
            <pc:sldMk cId="1033980793" sldId="381"/>
            <ac:spMk id="4" creationId="{300C782D-7B54-02A0-7DA9-E23C6F66EB2C}"/>
          </ac:spMkLst>
        </pc:spChg>
        <pc:spChg chg="add mod">
          <ac:chgData name="Luis Carlos Guevara Hernandez" userId="946bcc4c-b146-4724-978c-751fab731e0a" providerId="ADAL" clId="{8D45B6E4-1233-4CBF-9F60-0793E96FE6AE}" dt="2026-02-11T22:44:59.259" v="1"/>
          <ac:spMkLst>
            <pc:docMk/>
            <pc:sldMk cId="1033980793" sldId="381"/>
            <ac:spMk id="6" creationId="{500665A6-CDAE-DA0E-AA97-BA73F748C924}"/>
          </ac:spMkLst>
        </pc:spChg>
        <pc:spChg chg="add mod">
          <ac:chgData name="Luis Carlos Guevara Hernandez" userId="946bcc4c-b146-4724-978c-751fab731e0a" providerId="ADAL" clId="{8D45B6E4-1233-4CBF-9F60-0793E96FE6AE}" dt="2026-02-11T22:44:59.259" v="1"/>
          <ac:spMkLst>
            <pc:docMk/>
            <pc:sldMk cId="1033980793" sldId="381"/>
            <ac:spMk id="8" creationId="{A0307073-E02D-06F2-27A8-CCA974F892BE}"/>
          </ac:spMkLst>
        </pc:spChg>
      </pc:sldChg>
      <pc:sldChg chg="addSp delSp modSp mod delAnim modAnim">
        <pc:chgData name="Luis Carlos Guevara Hernandez" userId="946bcc4c-b146-4724-978c-751fab731e0a" providerId="ADAL" clId="{8D45B6E4-1233-4CBF-9F60-0793E96FE6AE}" dt="2026-02-16T14:53:39.525" v="22" actId="207"/>
        <pc:sldMkLst>
          <pc:docMk/>
          <pc:sldMk cId="818249880" sldId="387"/>
        </pc:sldMkLst>
        <pc:spChg chg="mod">
          <ac:chgData name="Luis Carlos Guevara Hernandez" userId="946bcc4c-b146-4724-978c-751fab731e0a" providerId="ADAL" clId="{8D45B6E4-1233-4CBF-9F60-0793E96FE6AE}" dt="2026-02-16T14:53:36.174" v="21" actId="207"/>
          <ac:spMkLst>
            <pc:docMk/>
            <pc:sldMk cId="818249880" sldId="387"/>
            <ac:spMk id="25" creationId="{DFF3B925-B65B-BBAB-A480-1E670F1C5345}"/>
          </ac:spMkLst>
        </pc:spChg>
        <pc:spChg chg="mod">
          <ac:chgData name="Luis Carlos Guevara Hernandez" userId="946bcc4c-b146-4724-978c-751fab731e0a" providerId="ADAL" clId="{8D45B6E4-1233-4CBF-9F60-0793E96FE6AE}" dt="2026-02-16T14:53:39.525" v="22" actId="207"/>
          <ac:spMkLst>
            <pc:docMk/>
            <pc:sldMk cId="818249880" sldId="387"/>
            <ac:spMk id="29" creationId="{1C583E4D-94C7-55A5-69C7-470553EFB39D}"/>
          </ac:spMkLst>
        </pc:spChg>
        <pc:grpChg chg="add mod">
          <ac:chgData name="Luis Carlos Guevara Hernandez" userId="946bcc4c-b146-4724-978c-751fab731e0a" providerId="ADAL" clId="{8D45B6E4-1233-4CBF-9F60-0793E96FE6AE}" dt="2026-02-16T14:52:26.305" v="15" actId="164"/>
          <ac:grpSpMkLst>
            <pc:docMk/>
            <pc:sldMk cId="818249880" sldId="387"/>
            <ac:grpSpMk id="8" creationId="{C4897E97-EEA9-7FB8-6DF9-B8351C349378}"/>
          </ac:grpSpMkLst>
        </pc:grpChg>
        <pc:grpChg chg="mod">
          <ac:chgData name="Luis Carlos Guevara Hernandez" userId="946bcc4c-b146-4724-978c-751fab731e0a" providerId="ADAL" clId="{8D45B6E4-1233-4CBF-9F60-0793E96FE6AE}" dt="2026-02-16T14:52:26.305" v="15" actId="164"/>
          <ac:grpSpMkLst>
            <pc:docMk/>
            <pc:sldMk cId="818249880" sldId="387"/>
            <ac:grpSpMk id="23" creationId="{B4D33F48-550B-BD74-129B-66365C09E58D}"/>
          </ac:grpSpMkLst>
        </pc:grpChg>
      </pc:sldChg>
      <pc:sldChg chg="addSp delSp modSp mod modAnim">
        <pc:chgData name="Luis Carlos Guevara Hernandez" userId="946bcc4c-b146-4724-978c-751fab731e0a" providerId="ADAL" clId="{8D45B6E4-1233-4CBF-9F60-0793E96FE6AE}" dt="2026-02-16T14:51:15.525" v="12"/>
        <pc:sldMkLst>
          <pc:docMk/>
          <pc:sldMk cId="1389421698" sldId="398"/>
        </pc:sldMkLst>
        <pc:spChg chg="mod">
          <ac:chgData name="Luis Carlos Guevara Hernandez" userId="946bcc4c-b146-4724-978c-751fab731e0a" providerId="ADAL" clId="{8D45B6E4-1233-4CBF-9F60-0793E96FE6AE}" dt="2026-02-16T14:50:45.255" v="3" actId="21"/>
          <ac:spMkLst>
            <pc:docMk/>
            <pc:sldMk cId="1389421698" sldId="398"/>
            <ac:spMk id="4" creationId="{544EDA40-283C-F0CD-BF53-0FD2C89B503A}"/>
          </ac:spMkLst>
        </pc:spChg>
        <pc:spChg chg="add mod">
          <ac:chgData name="Luis Carlos Guevara Hernandez" userId="946bcc4c-b146-4724-978c-751fab731e0a" providerId="ADAL" clId="{8D45B6E4-1233-4CBF-9F60-0793E96FE6AE}" dt="2026-02-16T14:50:53.229" v="10" actId="14100"/>
          <ac:spMkLst>
            <pc:docMk/>
            <pc:sldMk cId="1389421698" sldId="398"/>
            <ac:spMk id="18" creationId="{7648A483-AE9E-EB18-C590-00461E5ABA76}"/>
          </ac:spMkLst>
        </pc:spChg>
      </pc:sldChg>
      <pc:sldChg chg="modAnim">
        <pc:chgData name="Luis Carlos Guevara Hernandez" userId="946bcc4c-b146-4724-978c-751fab731e0a" providerId="ADAL" clId="{8D45B6E4-1233-4CBF-9F60-0793E96FE6AE}" dt="2026-02-16T14:54:09.998" v="23"/>
        <pc:sldMkLst>
          <pc:docMk/>
          <pc:sldMk cId="2120889879" sldId="399"/>
        </pc:sldMkLst>
      </pc:sldChg>
      <pc:sldChg chg="addSp delSp modSp mod addAnim delAnim modAnim">
        <pc:chgData name="Luis Carlos Guevara Hernandez" userId="946bcc4c-b146-4724-978c-751fab731e0a" providerId="ADAL" clId="{8D45B6E4-1233-4CBF-9F60-0793E96FE6AE}" dt="2026-02-16T14:56:50.393" v="85" actId="113"/>
        <pc:sldMkLst>
          <pc:docMk/>
          <pc:sldMk cId="3214576129" sldId="403"/>
        </pc:sldMkLst>
        <pc:spChg chg="add mod">
          <ac:chgData name="Luis Carlos Guevara Hernandez" userId="946bcc4c-b146-4724-978c-751fab731e0a" providerId="ADAL" clId="{8D45B6E4-1233-4CBF-9F60-0793E96FE6AE}" dt="2026-02-16T14:56:15.572" v="52" actId="164"/>
          <ac:spMkLst>
            <pc:docMk/>
            <pc:sldMk cId="3214576129" sldId="403"/>
            <ac:spMk id="3" creationId="{8EAEC1B9-CCEE-C084-9980-4623034355D2}"/>
          </ac:spMkLst>
        </pc:spChg>
        <pc:spChg chg="add mod">
          <ac:chgData name="Luis Carlos Guevara Hernandez" userId="946bcc4c-b146-4724-978c-751fab731e0a" providerId="ADAL" clId="{8D45B6E4-1233-4CBF-9F60-0793E96FE6AE}" dt="2026-02-16T14:56:15.572" v="52" actId="164"/>
          <ac:spMkLst>
            <pc:docMk/>
            <pc:sldMk cId="3214576129" sldId="403"/>
            <ac:spMk id="6" creationId="{9662D78C-856E-8ADE-869E-0D0DF71D68B4}"/>
          </ac:spMkLst>
        </pc:spChg>
        <pc:spChg chg="add mod">
          <ac:chgData name="Luis Carlos Guevara Hernandez" userId="946bcc4c-b146-4724-978c-751fab731e0a" providerId="ADAL" clId="{8D45B6E4-1233-4CBF-9F60-0793E96FE6AE}" dt="2026-02-16T14:56:15.572" v="52" actId="164"/>
          <ac:spMkLst>
            <pc:docMk/>
            <pc:sldMk cId="3214576129" sldId="403"/>
            <ac:spMk id="7" creationId="{A4415086-403C-9D10-CF32-A2859736759A}"/>
          </ac:spMkLst>
        </pc:spChg>
        <pc:spChg chg="add mod">
          <ac:chgData name="Luis Carlos Guevara Hernandez" userId="946bcc4c-b146-4724-978c-751fab731e0a" providerId="ADAL" clId="{8D45B6E4-1233-4CBF-9F60-0793E96FE6AE}" dt="2026-02-16T14:56:15.572" v="52" actId="164"/>
          <ac:spMkLst>
            <pc:docMk/>
            <pc:sldMk cId="3214576129" sldId="403"/>
            <ac:spMk id="8" creationId="{6EB07138-7462-D638-0D55-E3FAF04B145D}"/>
          </ac:spMkLst>
        </pc:spChg>
        <pc:spChg chg="add del mod">
          <ac:chgData name="Luis Carlos Guevara Hernandez" userId="946bcc4c-b146-4724-978c-751fab731e0a" providerId="ADAL" clId="{8D45B6E4-1233-4CBF-9F60-0793E96FE6AE}" dt="2026-02-16T14:55:14.176" v="37" actId="164"/>
          <ac:spMkLst>
            <pc:docMk/>
            <pc:sldMk cId="3214576129" sldId="403"/>
            <ac:spMk id="25" creationId="{7AAE3F01-AF37-27EE-30A2-DB9C24521C13}"/>
          </ac:spMkLst>
        </pc:spChg>
        <pc:spChg chg="add del mod">
          <ac:chgData name="Luis Carlos Guevara Hernandez" userId="946bcc4c-b146-4724-978c-751fab731e0a" providerId="ADAL" clId="{8D45B6E4-1233-4CBF-9F60-0793E96FE6AE}" dt="2026-02-16T14:55:14.176" v="37" actId="164"/>
          <ac:spMkLst>
            <pc:docMk/>
            <pc:sldMk cId="3214576129" sldId="403"/>
            <ac:spMk id="29" creationId="{30F08522-A926-9F6F-9DE4-4CA370AC1E5F}"/>
          </ac:spMkLst>
        </pc:spChg>
        <pc:spChg chg="mod">
          <ac:chgData name="Luis Carlos Guevara Hernandez" userId="946bcc4c-b146-4724-978c-751fab731e0a" providerId="ADAL" clId="{8D45B6E4-1233-4CBF-9F60-0793E96FE6AE}" dt="2026-02-16T14:56:50.393" v="85" actId="113"/>
          <ac:spMkLst>
            <pc:docMk/>
            <pc:sldMk cId="3214576129" sldId="403"/>
            <ac:spMk id="98" creationId="{B6061909-9253-DF7E-1E34-0D19982C78A9}"/>
          </ac:spMkLst>
        </pc:spChg>
        <pc:spChg chg="add del mod">
          <ac:chgData name="Luis Carlos Guevara Hernandez" userId="946bcc4c-b146-4724-978c-751fab731e0a" providerId="ADAL" clId="{8D45B6E4-1233-4CBF-9F60-0793E96FE6AE}" dt="2026-02-16T14:55:14.176" v="37" actId="164"/>
          <ac:spMkLst>
            <pc:docMk/>
            <pc:sldMk cId="3214576129" sldId="403"/>
            <ac:spMk id="101" creationId="{B077DC0E-B51C-C02C-AD64-0C07D874A42D}"/>
          </ac:spMkLst>
        </pc:spChg>
        <pc:spChg chg="add del mod">
          <ac:chgData name="Luis Carlos Guevara Hernandez" userId="946bcc4c-b146-4724-978c-751fab731e0a" providerId="ADAL" clId="{8D45B6E4-1233-4CBF-9F60-0793E96FE6AE}" dt="2026-02-16T14:55:14.176" v="37" actId="164"/>
          <ac:spMkLst>
            <pc:docMk/>
            <pc:sldMk cId="3214576129" sldId="403"/>
            <ac:spMk id="115" creationId="{B882C63C-2938-A7BE-ABE9-BC137217749C}"/>
          </ac:spMkLst>
        </pc:spChg>
        <pc:grpChg chg="add mod">
          <ac:chgData name="Luis Carlos Guevara Hernandez" userId="946bcc4c-b146-4724-978c-751fab731e0a" providerId="ADAL" clId="{8D45B6E4-1233-4CBF-9F60-0793E96FE6AE}" dt="2026-02-16T14:55:45.765" v="46" actId="1076"/>
          <ac:grpSpMkLst>
            <pc:docMk/>
            <pc:sldMk cId="3214576129" sldId="403"/>
            <ac:grpSpMk id="2" creationId="{B899CA39-0785-6E96-5272-6AB074C736E2}"/>
          </ac:grpSpMkLst>
        </pc:grpChg>
        <pc:grpChg chg="add mod">
          <ac:chgData name="Luis Carlos Guevara Hernandez" userId="946bcc4c-b146-4724-978c-751fab731e0a" providerId="ADAL" clId="{8D45B6E4-1233-4CBF-9F60-0793E96FE6AE}" dt="2026-02-16T14:56:15.572" v="52" actId="164"/>
          <ac:grpSpMkLst>
            <pc:docMk/>
            <pc:sldMk cId="3214576129" sldId="403"/>
            <ac:grpSpMk id="11" creationId="{97A6B32F-7CBB-E449-F765-5BE2D6235B03}"/>
          </ac:grpSpMkLst>
        </pc:grpChg>
        <pc:grpChg chg="ord">
          <ac:chgData name="Luis Carlos Guevara Hernandez" userId="946bcc4c-b146-4724-978c-751fab731e0a" providerId="ADAL" clId="{8D45B6E4-1233-4CBF-9F60-0793E96FE6AE}" dt="2026-02-16T14:56:21.576" v="54" actId="166"/>
          <ac:grpSpMkLst>
            <pc:docMk/>
            <pc:sldMk cId="3214576129" sldId="403"/>
            <ac:grpSpMk id="35" creationId="{426FF63B-A046-E153-5E69-7698AA81DAE0}"/>
          </ac:grpSpMkLst>
        </pc:grpChg>
      </pc:sldChg>
      <pc:sldChg chg="addSp delSp modSp mod addAnim delAnim modAnim">
        <pc:chgData name="Luis Carlos Guevara Hernandez" userId="946bcc4c-b146-4724-978c-751fab731e0a" providerId="ADAL" clId="{8D45B6E4-1233-4CBF-9F60-0793E96FE6AE}" dt="2026-02-16T14:58:04.373" v="113"/>
        <pc:sldMkLst>
          <pc:docMk/>
          <pc:sldMk cId="460848585" sldId="406"/>
        </pc:sldMkLst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2" creationId="{ED1275C8-8141-7279-A294-6329D8C90867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3" creationId="{BD784DA7-314C-761F-962C-7553D9C3FD48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4" creationId="{0EFDBA4B-2274-4DA8-0E22-86A8E0922FC6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5" creationId="{A3BCD3A6-515B-AFF3-E23C-A59A0A37389C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8" creationId="{3486B1AE-146D-186E-EAA8-B5DFF585390B}"/>
          </ac:spMkLst>
        </pc:spChg>
        <pc:spChg chg="del">
          <ac:chgData name="Luis Carlos Guevara Hernandez" userId="946bcc4c-b146-4724-978c-751fab731e0a" providerId="ADAL" clId="{8D45B6E4-1233-4CBF-9F60-0793E96FE6AE}" dt="2026-02-16T14:57:31.172" v="93" actId="478"/>
          <ac:spMkLst>
            <pc:docMk/>
            <pc:sldMk cId="460848585" sldId="406"/>
            <ac:spMk id="10" creationId="{97345474-5813-01A3-82C0-6812AA31CD23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14" creationId="{9BADDA1F-28F7-9607-F254-D39C6E901F1D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20" creationId="{E73A2E44-88B1-8B63-866D-C4BABD2BC2AC}"/>
          </ac:spMkLst>
        </pc:spChg>
        <pc:spChg chg="del">
          <ac:chgData name="Luis Carlos Guevara Hernandez" userId="946bcc4c-b146-4724-978c-751fab731e0a" providerId="ADAL" clId="{8D45B6E4-1233-4CBF-9F60-0793E96FE6AE}" dt="2026-02-16T14:57:31.172" v="93" actId="478"/>
          <ac:spMkLst>
            <pc:docMk/>
            <pc:sldMk cId="460848585" sldId="406"/>
            <ac:spMk id="21" creationId="{475FED72-4B4A-02CB-E1BF-7AF972AF83B9}"/>
          </ac:spMkLst>
        </pc:spChg>
        <pc:spChg chg="add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36" creationId="{A7A6E8E6-C8E7-CF14-A3B6-36147650EAB1}"/>
          </ac:spMkLst>
        </pc:spChg>
        <pc:spChg chg="add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57" creationId="{5A2786EC-A268-2F5C-04B4-BB3B80BA1F23}"/>
          </ac:spMkLst>
        </pc:spChg>
        <pc:spChg chg="add del">
          <ac:chgData name="Luis Carlos Guevara Hernandez" userId="946bcc4c-b146-4724-978c-751fab731e0a" providerId="ADAL" clId="{8D45B6E4-1233-4CBF-9F60-0793E96FE6AE}" dt="2026-02-16T14:57:31.795" v="94" actId="478"/>
          <ac:spMkLst>
            <pc:docMk/>
            <pc:sldMk cId="460848585" sldId="406"/>
            <ac:spMk id="58" creationId="{F3954FD8-5196-A40E-97E1-A47573A8676A}"/>
          </ac:spMkLst>
        </pc:spChg>
      </pc:sldChg>
      <pc:sldChg chg="modAnim">
        <pc:chgData name="Luis Carlos Guevara Hernandez" userId="946bcc4c-b146-4724-978c-751fab731e0a" providerId="ADAL" clId="{8D45B6E4-1233-4CBF-9F60-0793E96FE6AE}" dt="2026-02-16T15:01:21.914" v="133"/>
        <pc:sldMkLst>
          <pc:docMk/>
          <pc:sldMk cId="215270245" sldId="408"/>
        </pc:sldMkLst>
      </pc:sldChg>
      <pc:sldChg chg="modAnim">
        <pc:chgData name="Luis Carlos Guevara Hernandez" userId="946bcc4c-b146-4724-978c-751fab731e0a" providerId="ADAL" clId="{8D45B6E4-1233-4CBF-9F60-0793E96FE6AE}" dt="2026-02-16T15:03:02.392" v="147"/>
        <pc:sldMkLst>
          <pc:docMk/>
          <pc:sldMk cId="3335964274" sldId="417"/>
        </pc:sldMkLst>
      </pc:sldChg>
      <pc:sldChg chg="modAnim">
        <pc:chgData name="Luis Carlos Guevara Hernandez" userId="946bcc4c-b146-4724-978c-751fab731e0a" providerId="ADAL" clId="{8D45B6E4-1233-4CBF-9F60-0793E96FE6AE}" dt="2026-02-16T15:03:42.261" v="151"/>
        <pc:sldMkLst>
          <pc:docMk/>
          <pc:sldMk cId="1303194307" sldId="419"/>
        </pc:sldMkLst>
      </pc:sldChg>
      <pc:sldChg chg="modAnim">
        <pc:chgData name="Luis Carlos Guevara Hernandez" userId="946bcc4c-b146-4724-978c-751fab731e0a" providerId="ADAL" clId="{8D45B6E4-1233-4CBF-9F60-0793E96FE6AE}" dt="2026-02-16T15:04:09.498" v="156"/>
        <pc:sldMkLst>
          <pc:docMk/>
          <pc:sldMk cId="1054462300" sldId="423"/>
        </pc:sldMkLst>
      </pc:sldChg>
      <pc:sldChg chg="modSp mod modAnim">
        <pc:chgData name="Luis Carlos Guevara Hernandez" userId="946bcc4c-b146-4724-978c-751fab731e0a" providerId="ADAL" clId="{8D45B6E4-1233-4CBF-9F60-0793E96FE6AE}" dt="2026-02-16T15:04:37.014" v="162"/>
        <pc:sldMkLst>
          <pc:docMk/>
          <pc:sldMk cId="1843197225" sldId="424"/>
        </pc:sldMkLst>
        <pc:spChg chg="mod">
          <ac:chgData name="Luis Carlos Guevara Hernandez" userId="946bcc4c-b146-4724-978c-751fab731e0a" providerId="ADAL" clId="{8D45B6E4-1233-4CBF-9F60-0793E96FE6AE}" dt="2026-02-16T15:04:33.455" v="161" actId="14100"/>
          <ac:spMkLst>
            <pc:docMk/>
            <pc:sldMk cId="1843197225" sldId="424"/>
            <ac:spMk id="67" creationId="{53EF96D5-27C4-F28A-35AC-108C5CE7437B}"/>
          </ac:spMkLst>
        </pc:spChg>
      </pc:sldChg>
      <pc:sldChg chg="addSp delSp modSp mod modAnim">
        <pc:chgData name="Luis Carlos Guevara Hernandez" userId="946bcc4c-b146-4724-978c-751fab731e0a" providerId="ADAL" clId="{8D45B6E4-1233-4CBF-9F60-0793E96FE6AE}" dt="2026-02-16T14:58:44.007" v="118"/>
        <pc:sldMkLst>
          <pc:docMk/>
          <pc:sldMk cId="2566789899" sldId="425"/>
        </pc:sldMkLst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28" creationId="{BB7066C1-36F8-4F67-0A55-DA30343CF76F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29" creationId="{7F2930B9-784A-F992-7646-64369E66D7DE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32" creationId="{DBBF8998-097F-4B5F-CE35-C02633D8FCE5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38" creationId="{2F16B114-B365-4049-E6B0-14E2E68A7785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44" creationId="{7AA81008-40F0-9A9D-4C17-FB97401C3465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55" creationId="{152189DB-878E-17FD-AAC5-1E8886DD011C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59" creationId="{D269E13D-76E2-28D1-2142-3E45B208E808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138" creationId="{36B95C8D-E25A-6C73-7EB4-B1FA77AB794C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213" creationId="{67A74369-DCDC-FC51-BE38-807A13C42438}"/>
          </ac:spMkLst>
        </pc:spChg>
        <pc:spChg chg="add mod">
          <ac:chgData name="Luis Carlos Guevara Hernandez" userId="946bcc4c-b146-4724-978c-751fab731e0a" providerId="ADAL" clId="{8D45B6E4-1233-4CBF-9F60-0793E96FE6AE}" dt="2026-02-16T14:58:33.846" v="116"/>
          <ac:spMkLst>
            <pc:docMk/>
            <pc:sldMk cId="2566789899" sldId="425"/>
            <ac:spMk id="249" creationId="{3273BB58-9CB6-2222-5BE1-061A316A5149}"/>
          </ac:spMkLst>
        </pc:spChg>
      </pc:sldChg>
      <pc:sldChg chg="modAnim">
        <pc:chgData name="Luis Carlos Guevara Hernandez" userId="946bcc4c-b146-4724-978c-751fab731e0a" providerId="ADAL" clId="{8D45B6E4-1233-4CBF-9F60-0793E96FE6AE}" dt="2026-02-16T15:01:48.926" v="134"/>
        <pc:sldMkLst>
          <pc:docMk/>
          <pc:sldMk cId="3179078067" sldId="427"/>
        </pc:sldMkLst>
      </pc:sldChg>
      <pc:sldChg chg="modTransition">
        <pc:chgData name="Luis Carlos Guevara Hernandez" userId="946bcc4c-b146-4724-978c-751fab731e0a" providerId="ADAL" clId="{8D45B6E4-1233-4CBF-9F60-0793E96FE6AE}" dt="2026-02-16T14:50:08.070" v="2"/>
        <pc:sldMkLst>
          <pc:docMk/>
          <pc:sldMk cId="2178594256" sldId="429"/>
        </pc:sldMkLst>
      </pc:sldChg>
      <pc:sldChg chg="modAnim">
        <pc:chgData name="Luis Carlos Guevara Hernandez" userId="946bcc4c-b146-4724-978c-751fab731e0a" providerId="ADAL" clId="{8D45B6E4-1233-4CBF-9F60-0793E96FE6AE}" dt="2026-02-16T14:54:25.650" v="31"/>
        <pc:sldMkLst>
          <pc:docMk/>
          <pc:sldMk cId="1744037255" sldId="430"/>
        </pc:sldMkLst>
      </pc:sldChg>
      <pc:sldChg chg="modAnim">
        <pc:chgData name="Luis Carlos Guevara Hernandez" userId="946bcc4c-b146-4724-978c-751fab731e0a" providerId="ADAL" clId="{8D45B6E4-1233-4CBF-9F60-0793E96FE6AE}" dt="2026-02-16T14:54:41.199" v="33"/>
        <pc:sldMkLst>
          <pc:docMk/>
          <pc:sldMk cId="3729720776" sldId="431"/>
        </pc:sldMkLst>
      </pc:sldChg>
      <pc:sldChg chg="modAnim">
        <pc:chgData name="Luis Carlos Guevara Hernandez" userId="946bcc4c-b146-4724-978c-751fab731e0a" providerId="ADAL" clId="{8D45B6E4-1233-4CBF-9F60-0793E96FE6AE}" dt="2026-02-16T14:57:11.370" v="92"/>
        <pc:sldMkLst>
          <pc:docMk/>
          <pc:sldMk cId="3079323466" sldId="432"/>
        </pc:sldMkLst>
      </pc:sldChg>
      <pc:sldChg chg="modAnim">
        <pc:chgData name="Luis Carlos Guevara Hernandez" userId="946bcc4c-b146-4724-978c-751fab731e0a" providerId="ADAL" clId="{8D45B6E4-1233-4CBF-9F60-0793E96FE6AE}" dt="2026-02-16T15:00:48.007" v="125"/>
        <pc:sldMkLst>
          <pc:docMk/>
          <pc:sldMk cId="248035145" sldId="433"/>
        </pc:sldMkLst>
      </pc:sldChg>
      <pc:sldChg chg="modAnim">
        <pc:chgData name="Luis Carlos Guevara Hernandez" userId="946bcc4c-b146-4724-978c-751fab731e0a" providerId="ADAL" clId="{8D45B6E4-1233-4CBF-9F60-0793E96FE6AE}" dt="2026-02-16T15:01:58.176" v="136"/>
        <pc:sldMkLst>
          <pc:docMk/>
          <pc:sldMk cId="2010498749" sldId="434"/>
        </pc:sldMkLst>
      </pc:sldChg>
      <pc:sldChg chg="modAnim">
        <pc:chgData name="Luis Carlos Guevara Hernandez" userId="946bcc4c-b146-4724-978c-751fab731e0a" providerId="ADAL" clId="{8D45B6E4-1233-4CBF-9F60-0793E96FE6AE}" dt="2026-02-16T15:02:10.597" v="138"/>
        <pc:sldMkLst>
          <pc:docMk/>
          <pc:sldMk cId="835068506" sldId="435"/>
        </pc:sldMkLst>
      </pc:sldChg>
      <pc:sldChg chg="delSp mod modAnim">
        <pc:chgData name="Luis Carlos Guevara Hernandez" userId="946bcc4c-b146-4724-978c-751fab731e0a" providerId="ADAL" clId="{8D45B6E4-1233-4CBF-9F60-0793E96FE6AE}" dt="2026-02-16T15:04:49.434" v="165" actId="478"/>
        <pc:sldMkLst>
          <pc:docMk/>
          <pc:sldMk cId="1119493880" sldId="436"/>
        </pc:sldMkLst>
      </pc:sldChg>
      <pc:sldChg chg="modAnim">
        <pc:chgData name="Luis Carlos Guevara Hernandez" userId="946bcc4c-b146-4724-978c-751fab731e0a" providerId="ADAL" clId="{8D45B6E4-1233-4CBF-9F60-0793E96FE6AE}" dt="2026-02-16T15:03:56.788" v="154"/>
        <pc:sldMkLst>
          <pc:docMk/>
          <pc:sldMk cId="1424548480" sldId="437"/>
        </pc:sldMkLst>
      </pc:sldChg>
      <pc:sldChg chg="delSp mod modAnim">
        <pc:chgData name="Luis Carlos Guevara Hernandez" userId="946bcc4c-b146-4724-978c-751fab731e0a" providerId="ADAL" clId="{8D45B6E4-1233-4CBF-9F60-0793E96FE6AE}" dt="2026-02-16T15:04:44.086" v="164" actId="478"/>
        <pc:sldMkLst>
          <pc:docMk/>
          <pc:sldMk cId="2431258662" sldId="438"/>
        </pc:sldMkLst>
      </pc:sldChg>
      <pc:sldChg chg="delSp mod delAnim">
        <pc:chgData name="Luis Carlos Guevara Hernandez" userId="946bcc4c-b146-4724-978c-751fab731e0a" providerId="ADAL" clId="{8D45B6E4-1233-4CBF-9F60-0793E96FE6AE}" dt="2026-02-16T15:04:41.336" v="163" actId="478"/>
        <pc:sldMkLst>
          <pc:docMk/>
          <pc:sldMk cId="3033459060" sldId="439"/>
        </pc:sldMkLst>
      </pc:sldChg>
    </pc:docChg>
  </pc:docChgLst>
  <pc:docChgLst>
    <pc:chgData name="Luis Carlos Guevara Hernandez" userId="946bcc4c-b146-4724-978c-751fab731e0a" providerId="ADAL" clId="{E8E95438-7D72-4151-95E2-CCAFE31D1FDF}"/>
    <pc:docChg chg="undo redo custSel addSld delSld modSld modMainMaster delSection modSection">
      <pc:chgData name="Luis Carlos Guevara Hernandez" userId="946bcc4c-b146-4724-978c-751fab731e0a" providerId="ADAL" clId="{E8E95438-7D72-4151-95E2-CCAFE31D1FDF}" dt="2026-02-20T20:19:19.483" v="2362" actId="478"/>
      <pc:docMkLst>
        <pc:docMk/>
      </pc:docMkLst>
      <pc:sldChg chg="delSp modSp mod">
        <pc:chgData name="Luis Carlos Guevara Hernandez" userId="946bcc4c-b146-4724-978c-751fab731e0a" providerId="ADAL" clId="{E8E95438-7D72-4151-95E2-CCAFE31D1FDF}" dt="2026-02-15T17:12:30.809" v="45" actId="14100"/>
        <pc:sldMkLst>
          <pc:docMk/>
          <pc:sldMk cId="1650111816" sldId="376"/>
        </pc:sldMkLst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650111816" sldId="376"/>
            <ac:spMk id="5" creationId="{03C65A37-3009-0D41-3A50-36E7B5DBC8F0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650111816" sldId="376"/>
            <ac:spMk id="7" creationId="{AF4B6974-99FE-E959-1307-10CF0CBA73FA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650111816" sldId="376"/>
            <ac:spMk id="9" creationId="{3ECDC2C7-D149-8CAC-9016-2EBC9CAF71B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650111816" sldId="376"/>
            <ac:spMk id="12" creationId="{A03D9888-A0CC-797B-46FC-BB93EACA9E33}"/>
          </ac:spMkLst>
        </pc:spChg>
        <pc:spChg chg="mod">
          <ac:chgData name="Luis Carlos Guevara Hernandez" userId="946bcc4c-b146-4724-978c-751fab731e0a" providerId="ADAL" clId="{E8E95438-7D72-4151-95E2-CCAFE31D1FDF}" dt="2026-02-15T17:12:30.809" v="45" actId="14100"/>
          <ac:spMkLst>
            <pc:docMk/>
            <pc:sldMk cId="1650111816" sldId="376"/>
            <ac:spMk id="13" creationId="{7D4F8BAB-A788-90E8-1C22-CD78B2C15AA3}"/>
          </ac:spMkLst>
        </pc:spChg>
      </pc:sldChg>
      <pc:sldChg chg="addSp delSp modSp mod modAnim">
        <pc:chgData name="Luis Carlos Guevara Hernandez" userId="946bcc4c-b146-4724-978c-751fab731e0a" providerId="ADAL" clId="{E8E95438-7D72-4151-95E2-CCAFE31D1FDF}" dt="2026-02-15T17:22:09.125" v="204" actId="113"/>
        <pc:sldMkLst>
          <pc:docMk/>
          <pc:sldMk cId="1831261329" sldId="379"/>
        </pc:sldMkLst>
        <pc:spChg chg="add mod">
          <ac:chgData name="Luis Carlos Guevara Hernandez" userId="946bcc4c-b146-4724-978c-751fab731e0a" providerId="ADAL" clId="{E8E95438-7D72-4151-95E2-CCAFE31D1FDF}" dt="2026-02-15T17:15:06.248" v="86" actId="14100"/>
          <ac:spMkLst>
            <pc:docMk/>
            <pc:sldMk cId="1831261329" sldId="379"/>
            <ac:spMk id="2" creationId="{7294595E-6F5B-54BF-04A0-F902C8B65FE6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1831261329" sldId="379"/>
            <ac:spMk id="4" creationId="{63934CC7-C02A-EEA2-D81C-BD068A1C81F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831261329" sldId="379"/>
            <ac:spMk id="5" creationId="{B90C8843-FFA9-87F5-0EDD-172EB90996AE}"/>
          </ac:spMkLst>
        </pc:spChg>
        <pc:spChg chg="mod">
          <ac:chgData name="Luis Carlos Guevara Hernandez" userId="946bcc4c-b146-4724-978c-751fab731e0a" providerId="ADAL" clId="{E8E95438-7D72-4151-95E2-CCAFE31D1FDF}" dt="2026-02-15T17:15:42.088" v="110" actId="207"/>
          <ac:spMkLst>
            <pc:docMk/>
            <pc:sldMk cId="1831261329" sldId="379"/>
            <ac:spMk id="7" creationId="{ACDE5B0B-264E-4017-693C-7803F06B9DBE}"/>
          </ac:spMkLst>
        </pc:spChg>
        <pc:spChg chg="mod">
          <ac:chgData name="Luis Carlos Guevara Hernandez" userId="946bcc4c-b146-4724-978c-751fab731e0a" providerId="ADAL" clId="{E8E95438-7D72-4151-95E2-CCAFE31D1FDF}" dt="2026-02-15T17:22:09.125" v="204" actId="113"/>
          <ac:spMkLst>
            <pc:docMk/>
            <pc:sldMk cId="1831261329" sldId="379"/>
            <ac:spMk id="12" creationId="{E9B66068-90B9-155A-18E8-A96CA6B69F59}"/>
          </ac:spMkLst>
        </pc:spChg>
        <pc:spChg chg="mod">
          <ac:chgData name="Luis Carlos Guevara Hernandez" userId="946bcc4c-b146-4724-978c-751fab731e0a" providerId="ADAL" clId="{E8E95438-7D72-4151-95E2-CCAFE31D1FDF}" dt="2026-02-15T17:22:04.154" v="203" actId="207"/>
          <ac:spMkLst>
            <pc:docMk/>
            <pc:sldMk cId="1831261329" sldId="379"/>
            <ac:spMk id="13" creationId="{9D81753A-7580-FC6F-C048-DEAA448313C9}"/>
          </ac:spMkLst>
        </pc:spChg>
        <pc:spChg chg="mod">
          <ac:chgData name="Luis Carlos Guevara Hernandez" userId="946bcc4c-b146-4724-978c-751fab731e0a" providerId="ADAL" clId="{E8E95438-7D72-4151-95E2-CCAFE31D1FDF}" dt="2026-02-15T17:21:28.115" v="190" actId="1076"/>
          <ac:spMkLst>
            <pc:docMk/>
            <pc:sldMk cId="1831261329" sldId="379"/>
            <ac:spMk id="15" creationId="{DA5506CE-328F-FF1B-D338-9D38071C18BC}"/>
          </ac:spMkLst>
        </pc:spChg>
        <pc:spChg chg="mod">
          <ac:chgData name="Luis Carlos Guevara Hernandez" userId="946bcc4c-b146-4724-978c-751fab731e0a" providerId="ADAL" clId="{E8E95438-7D72-4151-95E2-CCAFE31D1FDF}" dt="2026-02-15T17:15:23.981" v="107" actId="20577"/>
          <ac:spMkLst>
            <pc:docMk/>
            <pc:sldMk cId="1831261329" sldId="379"/>
            <ac:spMk id="17" creationId="{4578D2F0-3824-6BBE-FABB-7E8927CC07F4}"/>
          </ac:spMkLst>
        </pc:spChg>
        <pc:spChg chg="mod">
          <ac:chgData name="Luis Carlos Guevara Hernandez" userId="946bcc4c-b146-4724-978c-751fab731e0a" providerId="ADAL" clId="{E8E95438-7D72-4151-95E2-CCAFE31D1FDF}" dt="2026-02-15T17:21:55.455" v="202" actId="1038"/>
          <ac:spMkLst>
            <pc:docMk/>
            <pc:sldMk cId="1831261329" sldId="379"/>
            <ac:spMk id="18" creationId="{D11EB928-5C2A-EC7E-7EF2-A2A66E0EF325}"/>
          </ac:spMkLst>
        </pc:spChg>
        <pc:spChg chg="mod">
          <ac:chgData name="Luis Carlos Guevara Hernandez" userId="946bcc4c-b146-4724-978c-751fab731e0a" providerId="ADAL" clId="{E8E95438-7D72-4151-95E2-CCAFE31D1FDF}" dt="2026-02-15T17:15:56.791" v="113"/>
          <ac:spMkLst>
            <pc:docMk/>
            <pc:sldMk cId="1831261329" sldId="379"/>
            <ac:spMk id="19" creationId="{E85B26B2-530D-3D29-F796-F76EB6D8FF78}"/>
          </ac:spMkLst>
        </pc:spChg>
        <pc:spChg chg="mod">
          <ac:chgData name="Luis Carlos Guevara Hernandez" userId="946bcc4c-b146-4724-978c-751fab731e0a" providerId="ADAL" clId="{E8E95438-7D72-4151-95E2-CCAFE31D1FDF}" dt="2026-02-15T17:21:55.455" v="202" actId="1038"/>
          <ac:spMkLst>
            <pc:docMk/>
            <pc:sldMk cId="1831261329" sldId="379"/>
            <ac:spMk id="23" creationId="{CF7EA70F-4B73-3A2D-2E85-C592655E5673}"/>
          </ac:spMkLst>
        </pc:spChg>
        <pc:spChg chg="mod">
          <ac:chgData name="Luis Carlos Guevara Hernandez" userId="946bcc4c-b146-4724-978c-751fab731e0a" providerId="ADAL" clId="{E8E95438-7D72-4151-95E2-CCAFE31D1FDF}" dt="2026-02-15T17:21:55.455" v="202" actId="1038"/>
          <ac:spMkLst>
            <pc:docMk/>
            <pc:sldMk cId="1831261329" sldId="379"/>
            <ac:spMk id="27" creationId="{F840B675-2C1F-7E4F-53DF-9341B36DE0FD}"/>
          </ac:spMkLst>
        </pc:spChg>
        <pc:cxnChg chg="mod">
          <ac:chgData name="Luis Carlos Guevara Hernandez" userId="946bcc4c-b146-4724-978c-751fab731e0a" providerId="ADAL" clId="{E8E95438-7D72-4151-95E2-CCAFE31D1FDF}" dt="2026-02-15T17:15:49.713" v="112" actId="208"/>
          <ac:cxnSpMkLst>
            <pc:docMk/>
            <pc:sldMk cId="1831261329" sldId="379"/>
            <ac:cxnSpMk id="9" creationId="{7BF586DB-7CBB-1418-2252-8DD0CC81C665}"/>
          </ac:cxnSpMkLst>
        </pc:cxnChg>
      </pc:sldChg>
      <pc:sldChg chg="delSp modSp mod">
        <pc:chgData name="Luis Carlos Guevara Hernandez" userId="946bcc4c-b146-4724-978c-751fab731e0a" providerId="ADAL" clId="{E8E95438-7D72-4151-95E2-CCAFE31D1FDF}" dt="2026-02-15T17:14:57.041" v="82" actId="14100"/>
        <pc:sldMkLst>
          <pc:docMk/>
          <pc:sldMk cId="1033980793" sldId="381"/>
        </pc:sldMkLst>
        <pc:spChg chg="mod">
          <ac:chgData name="Luis Carlos Guevara Hernandez" userId="946bcc4c-b146-4724-978c-751fab731e0a" providerId="ADAL" clId="{E8E95438-7D72-4151-95E2-CCAFE31D1FDF}" dt="2026-02-15T17:14:57.041" v="82" actId="14100"/>
          <ac:spMkLst>
            <pc:docMk/>
            <pc:sldMk cId="1033980793" sldId="381"/>
            <ac:spMk id="2" creationId="{3F93D7A0-6839-870F-B91F-2E6364A24D3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033980793" sldId="381"/>
            <ac:spMk id="5" creationId="{ED07F548-2347-575B-3EAF-48BCF5FB789E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033980793" sldId="381"/>
            <ac:spMk id="7" creationId="{3DDBBD97-EFF9-30EA-8020-D44E46977EBE}"/>
          </ac:spMkLst>
        </pc:spChg>
        <pc:spChg chg="mod">
          <ac:chgData name="Luis Carlos Guevara Hernandez" userId="946bcc4c-b146-4724-978c-751fab731e0a" providerId="ADAL" clId="{E8E95438-7D72-4151-95E2-CCAFE31D1FDF}" dt="2026-02-15T17:13:30.455" v="65" actId="13926"/>
          <ac:spMkLst>
            <pc:docMk/>
            <pc:sldMk cId="1033980793" sldId="381"/>
            <ac:spMk id="12" creationId="{C49E6C13-009C-3AE9-38D8-BA41405EDEAB}"/>
          </ac:spMkLst>
        </pc:spChg>
        <pc:spChg chg="mod">
          <ac:chgData name="Luis Carlos Guevara Hernandez" userId="946bcc4c-b146-4724-978c-751fab731e0a" providerId="ADAL" clId="{E8E95438-7D72-4151-95E2-CCAFE31D1FDF}" dt="2026-02-15T17:12:52.618" v="60"/>
          <ac:spMkLst>
            <pc:docMk/>
            <pc:sldMk cId="1033980793" sldId="381"/>
            <ac:spMk id="13" creationId="{84824639-E0E8-9799-47E8-EF984DE78A29}"/>
          </ac:spMkLst>
        </pc:spChg>
        <pc:spChg chg="mod">
          <ac:chgData name="Luis Carlos Guevara Hernandez" userId="946bcc4c-b146-4724-978c-751fab731e0a" providerId="ADAL" clId="{E8E95438-7D72-4151-95E2-CCAFE31D1FDF}" dt="2026-02-15T17:14:39.685" v="81" actId="13926"/>
          <ac:spMkLst>
            <pc:docMk/>
            <pc:sldMk cId="1033980793" sldId="381"/>
            <ac:spMk id="16" creationId="{42046872-60BE-8466-0577-66FDE1730091}"/>
          </ac:spMkLst>
        </pc:spChg>
        <pc:spChg chg="mod">
          <ac:chgData name="Luis Carlos Guevara Hernandez" userId="946bcc4c-b146-4724-978c-751fab731e0a" providerId="ADAL" clId="{E8E95438-7D72-4151-95E2-CCAFE31D1FDF}" dt="2026-02-15T17:13:10.950" v="63" actId="20577"/>
          <ac:spMkLst>
            <pc:docMk/>
            <pc:sldMk cId="1033980793" sldId="381"/>
            <ac:spMk id="17" creationId="{DBAE752B-31F2-37B6-FC34-68BEF81F76EE}"/>
          </ac:spMkLst>
        </pc:spChg>
        <pc:spChg chg="mod">
          <ac:chgData name="Luis Carlos Guevara Hernandez" userId="946bcc4c-b146-4724-978c-751fab731e0a" providerId="ADAL" clId="{E8E95438-7D72-4151-95E2-CCAFE31D1FDF}" dt="2026-02-15T17:13:32.948" v="66" actId="20577"/>
          <ac:spMkLst>
            <pc:docMk/>
            <pc:sldMk cId="1033980793" sldId="381"/>
            <ac:spMk id="18" creationId="{656347D2-2FC2-DC8E-C494-B1331DCCC82C}"/>
          </ac:spMkLst>
        </pc:spChg>
      </pc:sldChg>
      <pc:sldChg chg="addSp delSp modSp mod setBg">
        <pc:chgData name="Luis Carlos Guevara Hernandez" userId="946bcc4c-b146-4724-978c-751fab731e0a" providerId="ADAL" clId="{E8E95438-7D72-4151-95E2-CCAFE31D1FDF}" dt="2026-02-15T17:39:27.974" v="440" actId="207"/>
        <pc:sldMkLst>
          <pc:docMk/>
          <pc:sldMk cId="2551383757" sldId="382"/>
        </pc:sldMkLst>
        <pc:spChg chg="add mod">
          <ac:chgData name="Luis Carlos Guevara Hernandez" userId="946bcc4c-b146-4724-978c-751fab731e0a" providerId="ADAL" clId="{E8E95438-7D72-4151-95E2-CCAFE31D1FDF}" dt="2026-02-15T17:30:52.471" v="337" actId="207"/>
          <ac:spMkLst>
            <pc:docMk/>
            <pc:sldMk cId="2551383757" sldId="382"/>
            <ac:spMk id="2" creationId="{95CB7465-3095-C255-B985-C35925EA6250}"/>
          </ac:spMkLst>
        </pc:spChg>
        <pc:spChg chg="mod">
          <ac:chgData name="Luis Carlos Guevara Hernandez" userId="946bcc4c-b146-4724-978c-751fab731e0a" providerId="ADAL" clId="{E8E95438-7D72-4151-95E2-CCAFE31D1FDF}" dt="2026-02-15T17:38:04.411" v="422" actId="207"/>
          <ac:spMkLst>
            <pc:docMk/>
            <pc:sldMk cId="2551383757" sldId="382"/>
            <ac:spMk id="4" creationId="{E6742997-2671-BE6E-CADF-A7621E6F7666}"/>
          </ac:spMkLst>
        </pc:spChg>
        <pc:spChg chg="mod">
          <ac:chgData name="Luis Carlos Guevara Hernandez" userId="946bcc4c-b146-4724-978c-751fab731e0a" providerId="ADAL" clId="{E8E95438-7D72-4151-95E2-CCAFE31D1FDF}" dt="2026-02-15T17:30:05.544" v="330" actId="207"/>
          <ac:spMkLst>
            <pc:docMk/>
            <pc:sldMk cId="2551383757" sldId="382"/>
            <ac:spMk id="13" creationId="{9F8EC5C6-51DD-5C7F-0A42-74917655404F}"/>
          </ac:spMkLst>
        </pc:spChg>
        <pc:spChg chg="mod">
          <ac:chgData name="Luis Carlos Guevara Hernandez" userId="946bcc4c-b146-4724-978c-751fab731e0a" providerId="ADAL" clId="{E8E95438-7D72-4151-95E2-CCAFE31D1FDF}" dt="2026-02-15T17:38:09.724" v="424" actId="207"/>
          <ac:spMkLst>
            <pc:docMk/>
            <pc:sldMk cId="2551383757" sldId="382"/>
            <ac:spMk id="14" creationId="{C323825B-B610-A6D5-99F7-CC84B042ADEF}"/>
          </ac:spMkLst>
        </pc:spChg>
        <pc:spChg chg="mod">
          <ac:chgData name="Luis Carlos Guevara Hernandez" userId="946bcc4c-b146-4724-978c-751fab731e0a" providerId="ADAL" clId="{E8E95438-7D72-4151-95E2-CCAFE31D1FDF}" dt="2026-02-15T17:30:08.964" v="331" actId="207"/>
          <ac:spMkLst>
            <pc:docMk/>
            <pc:sldMk cId="2551383757" sldId="382"/>
            <ac:spMk id="15" creationId="{6983E7B7-31E6-2D9A-D29F-5B7E2D11651C}"/>
          </ac:spMkLst>
        </pc:spChg>
        <pc:spChg chg="mod">
          <ac:chgData name="Luis Carlos Guevara Hernandez" userId="946bcc4c-b146-4724-978c-751fab731e0a" providerId="ADAL" clId="{E8E95438-7D72-4151-95E2-CCAFE31D1FDF}" dt="2026-02-15T17:39:27.974" v="440" actId="207"/>
          <ac:spMkLst>
            <pc:docMk/>
            <pc:sldMk cId="2551383757" sldId="382"/>
            <ac:spMk id="16" creationId="{3ECB5441-DDAD-837F-74EB-BDED11908B4B}"/>
          </ac:spMkLst>
        </pc:spChg>
        <pc:spChg chg="mod">
          <ac:chgData name="Luis Carlos Guevara Hernandez" userId="946bcc4c-b146-4724-978c-751fab731e0a" providerId="ADAL" clId="{E8E95438-7D72-4151-95E2-CCAFE31D1FDF}" dt="2026-02-15T17:39:27.974" v="440" actId="207"/>
          <ac:spMkLst>
            <pc:docMk/>
            <pc:sldMk cId="2551383757" sldId="382"/>
            <ac:spMk id="17" creationId="{2C9EAAB9-522E-DF33-4C20-95552654C4E8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1" creationId="{8774CBAE-27B6-1FD5-1361-9820566A03BA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2" creationId="{000A9AE2-46DA-FD6A-0AE3-90DC8BCB9F2A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3" creationId="{7D964B5A-9676-5A3D-BE19-2239824D31BA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6" creationId="{C1D06B24-769E-4BE5-BAD6-67E68A7E780A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7" creationId="{C7DC44DC-05B4-6391-8A8E-E21995BD8736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29" creationId="{A370FF3E-DEA3-CAE1-6F29-9746DE23A103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30" creationId="{13953603-85C6-EFAA-1381-CA559E885BFF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31" creationId="{861A830E-2787-AF7D-E77D-D06D15E6A63B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32" creationId="{8A7AB8E8-865C-22B7-2BBF-F816B584C6BB}"/>
          </ac:spMkLst>
        </pc:spChg>
        <pc:spChg chg="mod">
          <ac:chgData name="Luis Carlos Guevara Hernandez" userId="946bcc4c-b146-4724-978c-751fab731e0a" providerId="ADAL" clId="{E8E95438-7D72-4151-95E2-CCAFE31D1FDF}" dt="2026-02-15T17:36:37.685" v="413" actId="207"/>
          <ac:spMkLst>
            <pc:docMk/>
            <pc:sldMk cId="2551383757" sldId="382"/>
            <ac:spMk id="36" creationId="{FE905683-8BE6-1E45-E32A-BE82C75FE49D}"/>
          </ac:spMkLst>
        </pc:spChg>
        <pc:spChg chg="mod">
          <ac:chgData name="Luis Carlos Guevara Hernandez" userId="946bcc4c-b146-4724-978c-751fab731e0a" providerId="ADAL" clId="{E8E95438-7D72-4151-95E2-CCAFE31D1FDF}" dt="2026-02-15T17:39:16.194" v="439" actId="207"/>
          <ac:spMkLst>
            <pc:docMk/>
            <pc:sldMk cId="2551383757" sldId="382"/>
            <ac:spMk id="37" creationId="{44EA1307-3ABF-A249-440F-5DD42AA993B8}"/>
          </ac:spMkLst>
        </pc:spChg>
        <pc:grpChg chg="mod">
          <ac:chgData name="Luis Carlos Guevara Hernandez" userId="946bcc4c-b146-4724-978c-751fab731e0a" providerId="ADAL" clId="{E8E95438-7D72-4151-95E2-CCAFE31D1FDF}" dt="2026-02-15T17:37:00.401" v="415"/>
          <ac:grpSpMkLst>
            <pc:docMk/>
            <pc:sldMk cId="2551383757" sldId="382"/>
            <ac:grpSpMk id="38" creationId="{CC71CFF8-BFF3-9A98-BB48-5022151F6B56}"/>
          </ac:grpSpMkLst>
        </pc:grpChg>
        <pc:grpChg chg="mod">
          <ac:chgData name="Luis Carlos Guevara Hernandez" userId="946bcc4c-b146-4724-978c-751fab731e0a" providerId="ADAL" clId="{E8E95438-7D72-4151-95E2-CCAFE31D1FDF}" dt="2026-02-15T17:38:35.341" v="430"/>
          <ac:grpSpMkLst>
            <pc:docMk/>
            <pc:sldMk cId="2551383757" sldId="382"/>
            <ac:grpSpMk id="42" creationId="{9D355198-D2BB-BE16-3807-206539A92B0F}"/>
          </ac:grpSpMkLst>
        </pc:grpChg>
        <pc:grpChg chg="mod">
          <ac:chgData name="Luis Carlos Guevara Hernandez" userId="946bcc4c-b146-4724-978c-751fab731e0a" providerId="ADAL" clId="{E8E95438-7D72-4151-95E2-CCAFE31D1FDF}" dt="2026-02-15T17:38:42.872" v="433"/>
          <ac:grpSpMkLst>
            <pc:docMk/>
            <pc:sldMk cId="2551383757" sldId="382"/>
            <ac:grpSpMk id="43" creationId="{8C6910BB-E5C1-2A07-CD9C-291E9619DB81}"/>
          </ac:grpSpMkLst>
        </pc:grpChg>
        <pc:grpChg chg="mod">
          <ac:chgData name="Luis Carlos Guevara Hernandez" userId="946bcc4c-b146-4724-978c-751fab731e0a" providerId="ADAL" clId="{E8E95438-7D72-4151-95E2-CCAFE31D1FDF}" dt="2026-02-15T17:38:49.046" v="436"/>
          <ac:grpSpMkLst>
            <pc:docMk/>
            <pc:sldMk cId="2551383757" sldId="382"/>
            <ac:grpSpMk id="44" creationId="{EAC553C1-081F-6110-0477-7CA05E18B038}"/>
          </ac:grpSpMkLst>
        </pc:grpChg>
      </pc:sldChg>
      <pc:sldChg chg="addSp delSp modSp mod delAnim modAnim">
        <pc:chgData name="Luis Carlos Guevara Hernandez" userId="946bcc4c-b146-4724-978c-751fab731e0a" providerId="ADAL" clId="{E8E95438-7D72-4151-95E2-CCAFE31D1FDF}" dt="2026-02-15T19:46:25.113" v="2004" actId="20577"/>
        <pc:sldMkLst>
          <pc:docMk/>
          <pc:sldMk cId="818249880" sldId="387"/>
        </pc:sldMkLst>
        <pc:spChg chg="mod">
          <ac:chgData name="Luis Carlos Guevara Hernandez" userId="946bcc4c-b146-4724-978c-751fab731e0a" providerId="ADAL" clId="{E8E95438-7D72-4151-95E2-CCAFE31D1FDF}" dt="2026-02-15T19:46:25.113" v="2004" actId="20577"/>
          <ac:spMkLst>
            <pc:docMk/>
            <pc:sldMk cId="818249880" sldId="387"/>
            <ac:spMk id="2" creationId="{88A31A1C-F4BE-C699-F224-43F94DA9E6DD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818249880" sldId="387"/>
            <ac:spMk id="5" creationId="{7ADE3A6A-1A36-C012-37A2-39A530D22D2A}"/>
          </ac:spMkLst>
        </pc:spChg>
        <pc:spChg chg="mod">
          <ac:chgData name="Luis Carlos Guevara Hernandez" userId="946bcc4c-b146-4724-978c-751fab731e0a" providerId="ADAL" clId="{E8E95438-7D72-4151-95E2-CCAFE31D1FDF}" dt="2026-02-15T17:29:54.332" v="327" actId="207"/>
          <ac:spMkLst>
            <pc:docMk/>
            <pc:sldMk cId="818249880" sldId="387"/>
            <ac:spMk id="6" creationId="{4F881717-24CF-FD2A-6627-FCEBA292F6B4}"/>
          </ac:spMkLst>
        </pc:spChg>
        <pc:spChg chg="add mod">
          <ac:chgData name="Luis Carlos Guevara Hernandez" userId="946bcc4c-b146-4724-978c-751fab731e0a" providerId="ADAL" clId="{E8E95438-7D72-4151-95E2-CCAFE31D1FDF}" dt="2026-02-15T17:24:07.764" v="240" actId="14100"/>
          <ac:spMkLst>
            <pc:docMk/>
            <pc:sldMk cId="818249880" sldId="387"/>
            <ac:spMk id="9" creationId="{7A675DBD-4FFB-A80F-B83A-55279C59F42C}"/>
          </ac:spMkLst>
        </pc:spChg>
        <pc:spChg chg="mod">
          <ac:chgData name="Luis Carlos Guevara Hernandez" userId="946bcc4c-b146-4724-978c-751fab731e0a" providerId="ADAL" clId="{E8E95438-7D72-4151-95E2-CCAFE31D1FDF}" dt="2026-02-15T17:29:47.727" v="325" actId="207"/>
          <ac:spMkLst>
            <pc:docMk/>
            <pc:sldMk cId="818249880" sldId="387"/>
            <ac:spMk id="10" creationId="{A84544A1-CB39-7EAA-A6E9-1949A0C2A9C3}"/>
          </ac:spMkLst>
        </pc:spChg>
        <pc:spChg chg="mod">
          <ac:chgData name="Luis Carlos Guevara Hernandez" userId="946bcc4c-b146-4724-978c-751fab731e0a" providerId="ADAL" clId="{E8E95438-7D72-4151-95E2-CCAFE31D1FDF}" dt="2026-02-15T17:29:51.583" v="326" actId="207"/>
          <ac:spMkLst>
            <pc:docMk/>
            <pc:sldMk cId="818249880" sldId="387"/>
            <ac:spMk id="11" creationId="{AFC21836-0C87-11A3-7A8C-1F922C217BC1}"/>
          </ac:spMkLst>
        </pc:spChg>
        <pc:spChg chg="add mod">
          <ac:chgData name="Luis Carlos Guevara Hernandez" userId="946bcc4c-b146-4724-978c-751fab731e0a" providerId="ADAL" clId="{E8E95438-7D72-4151-95E2-CCAFE31D1FDF}" dt="2026-02-15T17:23:48.096" v="233" actId="14100"/>
          <ac:spMkLst>
            <pc:docMk/>
            <pc:sldMk cId="818249880" sldId="387"/>
            <ac:spMk id="12" creationId="{051F24BD-5919-9EDF-D1D8-0A4669BB7B62}"/>
          </ac:spMkLst>
        </pc:spChg>
        <pc:spChg chg="add mod">
          <ac:chgData name="Luis Carlos Guevara Hernandez" userId="946bcc4c-b146-4724-978c-751fab731e0a" providerId="ADAL" clId="{E8E95438-7D72-4151-95E2-CCAFE31D1FDF}" dt="2026-02-15T17:24:03.843" v="239" actId="207"/>
          <ac:spMkLst>
            <pc:docMk/>
            <pc:sldMk cId="818249880" sldId="387"/>
            <ac:spMk id="13" creationId="{7B81D20F-45EC-803A-1294-E0522CD8CFA0}"/>
          </ac:spMkLst>
        </pc:spChg>
        <pc:spChg chg="add mod">
          <ac:chgData name="Luis Carlos Guevara Hernandez" userId="946bcc4c-b146-4724-978c-751fab731e0a" providerId="ADAL" clId="{E8E95438-7D72-4151-95E2-CCAFE31D1FDF}" dt="2026-02-15T17:24:16.301" v="244" actId="207"/>
          <ac:spMkLst>
            <pc:docMk/>
            <pc:sldMk cId="818249880" sldId="387"/>
            <ac:spMk id="15" creationId="{4AD37CA4-47D2-5E5B-3F3C-C99E70A1009A}"/>
          </ac:spMkLst>
        </pc:spChg>
        <pc:spChg chg="mod">
          <ac:chgData name="Luis Carlos Guevara Hernandez" userId="946bcc4c-b146-4724-978c-751fab731e0a" providerId="ADAL" clId="{E8E95438-7D72-4151-95E2-CCAFE31D1FDF}" dt="2026-02-15T17:29:01.378" v="316" actId="207"/>
          <ac:spMkLst>
            <pc:docMk/>
            <pc:sldMk cId="818249880" sldId="387"/>
            <ac:spMk id="20" creationId="{24F95F17-30DD-9C56-7E49-EA2201F0F63F}"/>
          </ac:spMkLst>
        </pc:spChg>
        <pc:spChg chg="mod">
          <ac:chgData name="Luis Carlos Guevara Hernandez" userId="946bcc4c-b146-4724-978c-751fab731e0a" providerId="ADAL" clId="{E8E95438-7D72-4151-95E2-CCAFE31D1FDF}" dt="2026-02-15T17:29:10.153" v="317" actId="207"/>
          <ac:spMkLst>
            <pc:docMk/>
            <pc:sldMk cId="818249880" sldId="387"/>
            <ac:spMk id="21" creationId="{47981798-2E6B-057D-E71F-208EB89B7844}"/>
          </ac:spMkLst>
        </pc:spChg>
        <pc:spChg chg="mod">
          <ac:chgData name="Luis Carlos Guevara Hernandez" userId="946bcc4c-b146-4724-978c-751fab731e0a" providerId="ADAL" clId="{E8E95438-7D72-4151-95E2-CCAFE31D1FDF}" dt="2026-02-15T17:29:19.035" v="319" actId="207"/>
          <ac:spMkLst>
            <pc:docMk/>
            <pc:sldMk cId="818249880" sldId="387"/>
            <ac:spMk id="24" creationId="{9191B4B8-7E09-5A00-6E9C-CABB12AB794B}"/>
          </ac:spMkLst>
        </pc:spChg>
        <pc:spChg chg="mod">
          <ac:chgData name="Luis Carlos Guevara Hernandez" userId="946bcc4c-b146-4724-978c-751fab731e0a" providerId="ADAL" clId="{E8E95438-7D72-4151-95E2-CCAFE31D1FDF}" dt="2026-02-15T17:29:32.643" v="322" actId="207"/>
          <ac:spMkLst>
            <pc:docMk/>
            <pc:sldMk cId="818249880" sldId="387"/>
            <ac:spMk id="25" creationId="{DFF3B925-B65B-BBAB-A480-1E670F1C5345}"/>
          </ac:spMkLst>
        </pc:spChg>
        <pc:spChg chg="mod">
          <ac:chgData name="Luis Carlos Guevara Hernandez" userId="946bcc4c-b146-4724-978c-751fab731e0a" providerId="ADAL" clId="{E8E95438-7D72-4151-95E2-CCAFE31D1FDF}" dt="2026-02-15T17:29:13.006" v="318" actId="207"/>
          <ac:spMkLst>
            <pc:docMk/>
            <pc:sldMk cId="818249880" sldId="387"/>
            <ac:spMk id="28" creationId="{3A126A1F-2865-5283-5BE8-52808AD519A3}"/>
          </ac:spMkLst>
        </pc:spChg>
        <pc:spChg chg="mod">
          <ac:chgData name="Luis Carlos Guevara Hernandez" userId="946bcc4c-b146-4724-978c-751fab731e0a" providerId="ADAL" clId="{E8E95438-7D72-4151-95E2-CCAFE31D1FDF}" dt="2026-02-15T17:29:29.744" v="321" actId="207"/>
          <ac:spMkLst>
            <pc:docMk/>
            <pc:sldMk cId="818249880" sldId="387"/>
            <ac:spMk id="29" creationId="{1C583E4D-94C7-55A5-69C7-470553EFB39D}"/>
          </ac:spMkLst>
        </pc:spChg>
        <pc:grpChg chg="mod">
          <ac:chgData name="Luis Carlos Guevara Hernandez" userId="946bcc4c-b146-4724-978c-751fab731e0a" providerId="ADAL" clId="{E8E95438-7D72-4151-95E2-CCAFE31D1FDF}" dt="2026-02-15T17:29:44.059" v="324" actId="207"/>
          <ac:grpSpMkLst>
            <pc:docMk/>
            <pc:sldMk cId="818249880" sldId="387"/>
            <ac:grpSpMk id="3" creationId="{A60D1D33-D0BD-40DC-21E8-9E17E0316252}"/>
          </ac:grpSpMkLst>
        </pc:grpChg>
        <pc:grpChg chg="mod">
          <ac:chgData name="Luis Carlos Guevara Hernandez" userId="946bcc4c-b146-4724-978c-751fab731e0a" providerId="ADAL" clId="{E8E95438-7D72-4151-95E2-CCAFE31D1FDF}" dt="2026-02-15T17:29:44.059" v="324" actId="207"/>
          <ac:grpSpMkLst>
            <pc:docMk/>
            <pc:sldMk cId="818249880" sldId="387"/>
            <ac:grpSpMk id="4" creationId="{91BA332D-7F67-D5EA-A488-5D1CDE1719A9}"/>
          </ac:grpSpMkLst>
        </pc:grpChg>
        <pc:grpChg chg="mod">
          <ac:chgData name="Luis Carlos Guevara Hernandez" userId="946bcc4c-b146-4724-978c-751fab731e0a" providerId="ADAL" clId="{E8E95438-7D72-4151-95E2-CCAFE31D1FDF}" dt="2026-02-15T17:29:01.378" v="316" actId="207"/>
          <ac:grpSpMkLst>
            <pc:docMk/>
            <pc:sldMk cId="818249880" sldId="387"/>
            <ac:grpSpMk id="18" creationId="{56618D64-A309-D820-CBE8-F5206CC62A39}"/>
          </ac:grpSpMkLst>
        </pc:grpChg>
        <pc:grpChg chg="mod">
          <ac:chgData name="Luis Carlos Guevara Hernandez" userId="946bcc4c-b146-4724-978c-751fab731e0a" providerId="ADAL" clId="{E8E95438-7D72-4151-95E2-CCAFE31D1FDF}" dt="2026-02-15T17:29:19.035" v="319" actId="207"/>
          <ac:grpSpMkLst>
            <pc:docMk/>
            <pc:sldMk cId="818249880" sldId="387"/>
            <ac:grpSpMk id="23" creationId="{B4D33F48-550B-BD74-129B-66365C09E58D}"/>
          </ac:grpSpMkLst>
        </pc:grpChg>
        <pc:grpChg chg="mod">
          <ac:chgData name="Luis Carlos Guevara Hernandez" userId="946bcc4c-b146-4724-978c-751fab731e0a" providerId="ADAL" clId="{E8E95438-7D72-4151-95E2-CCAFE31D1FDF}" dt="2026-02-15T17:29:01.378" v="316" actId="207"/>
          <ac:grpSpMkLst>
            <pc:docMk/>
            <pc:sldMk cId="818249880" sldId="387"/>
            <ac:grpSpMk id="31" creationId="{932B75E8-1817-0151-5CB6-CEE4F70C02EF}"/>
          </ac:grpSpMkLst>
        </pc:grpChg>
      </pc:sldChg>
      <pc:sldChg chg="addSp delSp modSp mod modAnim">
        <pc:chgData name="Luis Carlos Guevara Hernandez" userId="946bcc4c-b146-4724-978c-751fab731e0a" providerId="ADAL" clId="{E8E95438-7D72-4151-95E2-CCAFE31D1FDF}" dt="2026-02-15T17:27:19.586" v="286" actId="14100"/>
        <pc:sldMkLst>
          <pc:docMk/>
          <pc:sldMk cId="1389421698" sldId="398"/>
        </pc:sldMkLst>
        <pc:spChg chg="mod">
          <ac:chgData name="Luis Carlos Guevara Hernandez" userId="946bcc4c-b146-4724-978c-751fab731e0a" providerId="ADAL" clId="{E8E95438-7D72-4151-95E2-CCAFE31D1FDF}" dt="2026-02-15T17:22:43.712" v="221"/>
          <ac:spMkLst>
            <pc:docMk/>
            <pc:sldMk cId="1389421698" sldId="398"/>
            <ac:spMk id="2" creationId="{6EC2C134-9CD0-8A7D-2A98-D7E32B232FE9}"/>
          </ac:spMkLst>
        </pc:spChg>
        <pc:spChg chg="mod">
          <ac:chgData name="Luis Carlos Guevara Hernandez" userId="946bcc4c-b146-4724-978c-751fab731e0a" providerId="ADAL" clId="{E8E95438-7D72-4151-95E2-CCAFE31D1FDF}" dt="2026-02-15T17:27:19.586" v="286" actId="14100"/>
          <ac:spMkLst>
            <pc:docMk/>
            <pc:sldMk cId="1389421698" sldId="398"/>
            <ac:spMk id="3" creationId="{55F7DDD5-06B9-6EAD-6859-F32C3361F713}"/>
          </ac:spMkLst>
        </pc:spChg>
        <pc:spChg chg="mod">
          <ac:chgData name="Luis Carlos Guevara Hernandez" userId="946bcc4c-b146-4724-978c-751fab731e0a" providerId="ADAL" clId="{E8E95438-7D72-4151-95E2-CCAFE31D1FDF}" dt="2026-02-15T17:25:57.279" v="274" actId="20577"/>
          <ac:spMkLst>
            <pc:docMk/>
            <pc:sldMk cId="1389421698" sldId="398"/>
            <ac:spMk id="4" creationId="{544EDA40-283C-F0CD-BF53-0FD2C89B503A}"/>
          </ac:spMkLst>
        </pc:spChg>
        <pc:spChg chg="mod">
          <ac:chgData name="Luis Carlos Guevara Hernandez" userId="946bcc4c-b146-4724-978c-751fab731e0a" providerId="ADAL" clId="{E8E95438-7D72-4151-95E2-CCAFE31D1FDF}" dt="2026-02-15T17:26:16.966" v="277" actId="122"/>
          <ac:spMkLst>
            <pc:docMk/>
            <pc:sldMk cId="1389421698" sldId="398"/>
            <ac:spMk id="6" creationId="{D1F96AC9-A965-C6C7-CFF5-485F1BB379D8}"/>
          </ac:spMkLst>
        </pc:spChg>
        <pc:spChg chg="mod">
          <ac:chgData name="Luis Carlos Guevara Hernandez" userId="946bcc4c-b146-4724-978c-751fab731e0a" providerId="ADAL" clId="{E8E95438-7D72-4151-95E2-CCAFE31D1FDF}" dt="2026-02-15T17:26:25.438" v="279" actId="688"/>
          <ac:spMkLst>
            <pc:docMk/>
            <pc:sldMk cId="1389421698" sldId="398"/>
            <ac:spMk id="9" creationId="{CA82F05D-4986-B390-D872-79D044C73CCF}"/>
          </ac:spMkLst>
        </pc:spChg>
        <pc:spChg chg="add mod">
          <ac:chgData name="Luis Carlos Guevara Hernandez" userId="946bcc4c-b146-4724-978c-751fab731e0a" providerId="ADAL" clId="{E8E95438-7D72-4151-95E2-CCAFE31D1FDF}" dt="2026-02-15T17:24:22.566" v="245"/>
          <ac:spMkLst>
            <pc:docMk/>
            <pc:sldMk cId="1389421698" sldId="398"/>
            <ac:spMk id="11" creationId="{A46F9D68-00B3-6AB3-9B6C-25754A3F9235}"/>
          </ac:spMkLst>
        </pc:spChg>
        <pc:spChg chg="add mod">
          <ac:chgData name="Luis Carlos Guevara Hernandez" userId="946bcc4c-b146-4724-978c-751fab731e0a" providerId="ADAL" clId="{E8E95438-7D72-4151-95E2-CCAFE31D1FDF}" dt="2026-02-15T17:24:22.566" v="245"/>
          <ac:spMkLst>
            <pc:docMk/>
            <pc:sldMk cId="1389421698" sldId="398"/>
            <ac:spMk id="12" creationId="{819B93B2-D314-7DE1-34EB-B518A60D155D}"/>
          </ac:spMkLst>
        </pc:spChg>
        <pc:spChg chg="add mod">
          <ac:chgData name="Luis Carlos Guevara Hernandez" userId="946bcc4c-b146-4724-978c-751fab731e0a" providerId="ADAL" clId="{E8E95438-7D72-4151-95E2-CCAFE31D1FDF}" dt="2026-02-15T17:24:22.566" v="245"/>
          <ac:spMkLst>
            <pc:docMk/>
            <pc:sldMk cId="1389421698" sldId="398"/>
            <ac:spMk id="13" creationId="{C2441BCB-7BEC-4D43-4928-AEF781D85683}"/>
          </ac:spMkLst>
        </pc:spChg>
        <pc:spChg chg="add mod">
          <ac:chgData name="Luis Carlos Guevara Hernandez" userId="946bcc4c-b146-4724-978c-751fab731e0a" providerId="ADAL" clId="{E8E95438-7D72-4151-95E2-CCAFE31D1FDF}" dt="2026-02-15T17:24:22.566" v="245"/>
          <ac:spMkLst>
            <pc:docMk/>
            <pc:sldMk cId="1389421698" sldId="398"/>
            <ac:spMk id="15" creationId="{1892EEB1-138F-2290-0B08-414F0DE96B5D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389421698" sldId="398"/>
            <ac:spMk id="85" creationId="{1AC0E5E9-40E2-C41B-21C3-9904A7A0F46D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389421698" sldId="398"/>
            <ac:spMk id="92" creationId="{77988556-B128-27A3-2209-FB2AF10437A4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389421698" sldId="398"/>
            <ac:spMk id="105" creationId="{5C498FA5-9BB7-92AE-FDFE-BF659C7F2A8E}"/>
          </ac:spMkLst>
        </pc:spChg>
        <pc:spChg chg="mod">
          <ac:chgData name="Luis Carlos Guevara Hernandez" userId="946bcc4c-b146-4724-978c-751fab731e0a" providerId="ADAL" clId="{E8E95438-7D72-4151-95E2-CCAFE31D1FDF}" dt="2026-02-15T17:26:05.011" v="275"/>
          <ac:spMkLst>
            <pc:docMk/>
            <pc:sldMk cId="1389421698" sldId="398"/>
            <ac:spMk id="132" creationId="{0CA5043E-7C73-FFA4-4C63-77D4DC79CD7F}"/>
          </ac:spMkLst>
        </pc:spChg>
        <pc:spChg chg="mod">
          <ac:chgData name="Luis Carlos Guevara Hernandez" userId="946bcc4c-b146-4724-978c-751fab731e0a" providerId="ADAL" clId="{E8E95438-7D72-4151-95E2-CCAFE31D1FDF}" dt="2026-02-15T17:26:13.507" v="276"/>
          <ac:spMkLst>
            <pc:docMk/>
            <pc:sldMk cId="1389421698" sldId="398"/>
            <ac:spMk id="133" creationId="{3D36F170-AC57-8492-89E0-A645548252AE}"/>
          </ac:spMkLst>
        </pc:spChg>
        <pc:spChg chg="mod">
          <ac:chgData name="Luis Carlos Guevara Hernandez" userId="946bcc4c-b146-4724-978c-751fab731e0a" providerId="ADAL" clId="{E8E95438-7D72-4151-95E2-CCAFE31D1FDF}" dt="2026-02-15T17:26:37.916" v="280"/>
          <ac:spMkLst>
            <pc:docMk/>
            <pc:sldMk cId="1389421698" sldId="398"/>
            <ac:spMk id="134" creationId="{4B8E108A-8464-D3ED-5B4D-234D33E7C9C3}"/>
          </ac:spMkLst>
        </pc:spChg>
        <pc:spChg chg="mod">
          <ac:chgData name="Luis Carlos Guevara Hernandez" userId="946bcc4c-b146-4724-978c-751fab731e0a" providerId="ADAL" clId="{E8E95438-7D72-4151-95E2-CCAFE31D1FDF}" dt="2026-02-15T17:26:52.269" v="281"/>
          <ac:spMkLst>
            <pc:docMk/>
            <pc:sldMk cId="1389421698" sldId="398"/>
            <ac:spMk id="135" creationId="{7BF9E985-237D-9701-EFEF-9BA5598B820C}"/>
          </ac:spMkLst>
        </pc:spChg>
        <pc:spChg chg="mod">
          <ac:chgData name="Luis Carlos Guevara Hernandez" userId="946bcc4c-b146-4724-978c-751fab731e0a" providerId="ADAL" clId="{E8E95438-7D72-4151-95E2-CCAFE31D1FDF}" dt="2026-02-15T17:26:57.154" v="282"/>
          <ac:spMkLst>
            <pc:docMk/>
            <pc:sldMk cId="1389421698" sldId="398"/>
            <ac:spMk id="136" creationId="{65153802-65FA-7CB6-F1BF-293BB485D161}"/>
          </ac:spMkLst>
        </pc:spChg>
        <pc:spChg chg="mod">
          <ac:chgData name="Luis Carlos Guevara Hernandez" userId="946bcc4c-b146-4724-978c-751fab731e0a" providerId="ADAL" clId="{E8E95438-7D72-4151-95E2-CCAFE31D1FDF}" dt="2026-02-15T17:27:04.256" v="283"/>
          <ac:spMkLst>
            <pc:docMk/>
            <pc:sldMk cId="1389421698" sldId="398"/>
            <ac:spMk id="138" creationId="{3569C94D-7318-289B-1DBA-F36CCD870F3A}"/>
          </ac:spMkLst>
        </pc:spChg>
      </pc:sldChg>
      <pc:sldChg chg="addSp delSp modSp mod">
        <pc:chgData name="Luis Carlos Guevara Hernandez" userId="946bcc4c-b146-4724-978c-751fab731e0a" providerId="ADAL" clId="{E8E95438-7D72-4151-95E2-CCAFE31D1FDF}" dt="2026-02-15T17:48:08.874" v="583" actId="1037"/>
        <pc:sldMkLst>
          <pc:docMk/>
          <pc:sldMk cId="2120889879" sldId="399"/>
        </pc:sldMkLst>
        <pc:spChg chg="mod">
          <ac:chgData name="Luis Carlos Guevara Hernandez" userId="946bcc4c-b146-4724-978c-751fab731e0a" providerId="ADAL" clId="{E8E95438-7D72-4151-95E2-CCAFE31D1FDF}" dt="2026-02-15T17:44:01.271" v="473" actId="404"/>
          <ac:spMkLst>
            <pc:docMk/>
            <pc:sldMk cId="2120889879" sldId="399"/>
            <ac:spMk id="2" creationId="{DF04BDEE-4A9A-FB37-1A97-61A1093F5626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2120889879" sldId="399"/>
            <ac:spMk id="4" creationId="{7954D484-AAE6-2771-D339-54B4FC87BB4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20889879" sldId="399"/>
            <ac:spMk id="5" creationId="{FF831A55-9920-5D67-786F-3C9D53B30CE2}"/>
          </ac:spMkLst>
        </pc:spChg>
        <pc:spChg chg="add 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9" creationId="{7BE1F65A-D0D8-73D9-0D70-6302E64F5A1A}"/>
          </ac:spMkLst>
        </pc:spChg>
        <pc:spChg chg="mod">
          <ac:chgData name="Luis Carlos Guevara Hernandez" userId="946bcc4c-b146-4724-978c-751fab731e0a" providerId="ADAL" clId="{E8E95438-7D72-4151-95E2-CCAFE31D1FDF}" dt="2026-02-15T17:41:25.570" v="446" actId="6549"/>
          <ac:spMkLst>
            <pc:docMk/>
            <pc:sldMk cId="2120889879" sldId="399"/>
            <ac:spMk id="16" creationId="{EBE347AA-6476-18E9-8EF7-31F403F97E99}"/>
          </ac:spMkLst>
        </pc:spChg>
        <pc:spChg chg="mod">
          <ac:chgData name="Luis Carlos Guevara Hernandez" userId="946bcc4c-b146-4724-978c-751fab731e0a" providerId="ADAL" clId="{E8E95438-7D72-4151-95E2-CCAFE31D1FDF}" dt="2026-02-15T17:41:22.227" v="445"/>
          <ac:spMkLst>
            <pc:docMk/>
            <pc:sldMk cId="2120889879" sldId="399"/>
            <ac:spMk id="17" creationId="{8B5AA7D7-17B8-8FE7-D781-C827A665C6A9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20" creationId="{91067712-8627-A7B3-6D66-43C616527C84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33" creationId="{F7758894-8B9A-D05F-65B9-C7DA9E267597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34" creationId="{DD1D3A93-4281-18F9-380A-9247D1F9A876}"/>
          </ac:spMkLst>
        </pc:spChg>
        <pc:spChg chg="mod">
          <ac:chgData name="Luis Carlos Guevara Hernandez" userId="946bcc4c-b146-4724-978c-751fab731e0a" providerId="ADAL" clId="{E8E95438-7D72-4151-95E2-CCAFE31D1FDF}" dt="2026-02-15T17:41:12.195" v="443" actId="207"/>
          <ac:spMkLst>
            <pc:docMk/>
            <pc:sldMk cId="2120889879" sldId="399"/>
            <ac:spMk id="36" creationId="{D773225B-6798-3D70-2AF6-7B96267E8C80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41" creationId="{741BB8BA-1A76-1066-59E5-6C2D9E2B293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20889879" sldId="399"/>
            <ac:spMk id="46" creationId="{7AE20989-3946-1195-4688-9FC42CD05FD5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48" creationId="{F3F65394-DD80-3CA4-3854-C1E95F468F0D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49" creationId="{D62F948F-DF8C-BD31-6B72-3FC168C8EE66}"/>
          </ac:spMkLst>
        </pc:spChg>
        <pc:spChg chg="mod">
          <ac:chgData name="Luis Carlos Guevara Hernandez" userId="946bcc4c-b146-4724-978c-751fab731e0a" providerId="ADAL" clId="{E8E95438-7D72-4151-95E2-CCAFE31D1FDF}" dt="2026-02-15T17:48:08.874" v="583" actId="1037"/>
          <ac:spMkLst>
            <pc:docMk/>
            <pc:sldMk cId="2120889879" sldId="399"/>
            <ac:spMk id="50" creationId="{6FD7A0FD-22A4-B823-66AC-42FFB033DF82}"/>
          </ac:spMkLst>
        </pc:spChg>
        <pc:grpChg chg="mod">
          <ac:chgData name="Luis Carlos Guevara Hernandez" userId="946bcc4c-b146-4724-978c-751fab731e0a" providerId="ADAL" clId="{E8E95438-7D72-4151-95E2-CCAFE31D1FDF}" dt="2026-02-15T17:41:22.227" v="445"/>
          <ac:grpSpMkLst>
            <pc:docMk/>
            <pc:sldMk cId="2120889879" sldId="399"/>
            <ac:grpSpMk id="38" creationId="{CCDF9318-D6A4-BB0D-7558-C782402EECD3}"/>
          </ac:grpSpMkLst>
        </pc:grpChg>
        <pc:grpChg chg="mod">
          <ac:chgData name="Luis Carlos Guevara Hernandez" userId="946bcc4c-b146-4724-978c-751fab731e0a" providerId="ADAL" clId="{E8E95438-7D72-4151-95E2-CCAFE31D1FDF}" dt="2026-02-15T17:48:08.874" v="583" actId="1037"/>
          <ac:grpSpMkLst>
            <pc:docMk/>
            <pc:sldMk cId="2120889879" sldId="399"/>
            <ac:grpSpMk id="47" creationId="{4F6F2B64-63C5-768D-7265-EDD083159DD2}"/>
          </ac:grpSpMkLst>
        </pc:grpChg>
        <pc:picChg chg="mod">
          <ac:chgData name="Luis Carlos Guevara Hernandez" userId="946bcc4c-b146-4724-978c-751fab731e0a" providerId="ADAL" clId="{E8E95438-7D72-4151-95E2-CCAFE31D1FDF}" dt="2026-02-15T17:48:08.874" v="583" actId="1037"/>
          <ac:picMkLst>
            <pc:docMk/>
            <pc:sldMk cId="2120889879" sldId="399"/>
            <ac:picMk id="3" creationId="{8CBCBF75-5D21-C036-37CC-F315449BC62C}"/>
          </ac:picMkLst>
        </pc:picChg>
      </pc:sldChg>
      <pc:sldChg chg="addSp delSp modSp mod modAnim">
        <pc:chgData name="Luis Carlos Guevara Hernandez" userId="946bcc4c-b146-4724-978c-751fab731e0a" providerId="ADAL" clId="{E8E95438-7D72-4151-95E2-CCAFE31D1FDF}" dt="2026-02-15T17:55:38.753" v="657" actId="1076"/>
        <pc:sldMkLst>
          <pc:docMk/>
          <pc:sldMk cId="657157279" sldId="401"/>
        </pc:sldMkLst>
        <pc:spChg chg="mod">
          <ac:chgData name="Luis Carlos Guevara Hernandez" userId="946bcc4c-b146-4724-978c-751fab731e0a" providerId="ADAL" clId="{E8E95438-7D72-4151-95E2-CCAFE31D1FDF}" dt="2026-02-15T17:53:24.615" v="635" actId="404"/>
          <ac:spMkLst>
            <pc:docMk/>
            <pc:sldMk cId="657157279" sldId="401"/>
            <ac:spMk id="2" creationId="{CD624DD4-A081-6BAA-7B7F-685BD20275C9}"/>
          </ac:spMkLst>
        </pc:spChg>
        <pc:spChg chg="mod">
          <ac:chgData name="Luis Carlos Guevara Hernandez" userId="946bcc4c-b146-4724-978c-751fab731e0a" providerId="ADAL" clId="{E8E95438-7D72-4151-95E2-CCAFE31D1FDF}" dt="2026-02-15T17:53:29.690" v="636" actId="207"/>
          <ac:spMkLst>
            <pc:docMk/>
            <pc:sldMk cId="657157279" sldId="401"/>
            <ac:spMk id="3" creationId="{801C40FF-92FA-2EAC-65BE-568EFE7BBD25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657157279" sldId="401"/>
            <ac:spMk id="4" creationId="{6169CB67-EAF6-AB96-77BC-716B516B027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657157279" sldId="401"/>
            <ac:spMk id="5" creationId="{5B295136-0B69-71F0-335A-28D6487E832F}"/>
          </ac:spMkLst>
        </pc:spChg>
        <pc:spChg chg="mod">
          <ac:chgData name="Luis Carlos Guevara Hernandez" userId="946bcc4c-b146-4724-978c-751fab731e0a" providerId="ADAL" clId="{E8E95438-7D72-4151-95E2-CCAFE31D1FDF}" dt="2026-02-15T17:53:37.228" v="637" actId="207"/>
          <ac:spMkLst>
            <pc:docMk/>
            <pc:sldMk cId="657157279" sldId="401"/>
            <ac:spMk id="7" creationId="{2FD1E0BA-C8C8-3C5E-1EF8-1CD390E6DB68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657157279" sldId="401"/>
            <ac:spMk id="8" creationId="{0230AEE6-641F-78D4-CD47-891F72521818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657157279" sldId="401"/>
            <ac:spMk id="9" creationId="{A9D4FEDF-3C36-DBB4-C046-E4EEDB73A759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657157279" sldId="401"/>
            <ac:spMk id="10" creationId="{1E2D764A-78B5-5654-518B-C8C36E666470}"/>
          </ac:spMkLst>
        </pc:spChg>
        <pc:spChg chg="mod">
          <ac:chgData name="Luis Carlos Guevara Hernandez" userId="946bcc4c-b146-4724-978c-751fab731e0a" providerId="ADAL" clId="{E8E95438-7D72-4151-95E2-CCAFE31D1FDF}" dt="2026-02-15T17:53:40.915" v="638" actId="207"/>
          <ac:spMkLst>
            <pc:docMk/>
            <pc:sldMk cId="657157279" sldId="401"/>
            <ac:spMk id="13" creationId="{235206FD-8C92-5B76-8FAB-7195C78BD621}"/>
          </ac:spMkLst>
        </pc:spChg>
        <pc:spChg chg="mod">
          <ac:chgData name="Luis Carlos Guevara Hernandez" userId="946bcc4c-b146-4724-978c-751fab731e0a" providerId="ADAL" clId="{E8E95438-7D72-4151-95E2-CCAFE31D1FDF}" dt="2026-02-15T17:51:43.822" v="629"/>
          <ac:spMkLst>
            <pc:docMk/>
            <pc:sldMk cId="657157279" sldId="401"/>
            <ac:spMk id="16" creationId="{5D0F1798-07C3-267F-519B-E39CC8C8564C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657157279" sldId="401"/>
            <ac:spMk id="17" creationId="{DE3F6ADD-E579-918E-4AF6-46F3459FB46E}"/>
          </ac:spMkLst>
        </pc:spChg>
        <pc:spChg chg="mod">
          <ac:chgData name="Luis Carlos Guevara Hernandez" userId="946bcc4c-b146-4724-978c-751fab731e0a" providerId="ADAL" clId="{E8E95438-7D72-4151-95E2-CCAFE31D1FDF}" dt="2026-02-15T17:51:38.771" v="628" actId="14100"/>
          <ac:spMkLst>
            <pc:docMk/>
            <pc:sldMk cId="657157279" sldId="401"/>
            <ac:spMk id="36" creationId="{349F7788-AA91-1C5C-C3C8-7299872DE1AC}"/>
          </ac:spMkLst>
        </pc:spChg>
        <pc:spChg chg="mod">
          <ac:chgData name="Luis Carlos Guevara Hernandez" userId="946bcc4c-b146-4724-978c-751fab731e0a" providerId="ADAL" clId="{E8E95438-7D72-4151-95E2-CCAFE31D1FDF}" dt="2026-02-15T17:55:28.220" v="655" actId="1076"/>
          <ac:spMkLst>
            <pc:docMk/>
            <pc:sldMk cId="657157279" sldId="401"/>
            <ac:spMk id="40" creationId="{13FBC892-904B-F77B-B3BF-11527B2B7A68}"/>
          </ac:spMkLst>
        </pc:spChg>
        <pc:spChg chg="mod">
          <ac:chgData name="Luis Carlos Guevara Hernandez" userId="946bcc4c-b146-4724-978c-751fab731e0a" providerId="ADAL" clId="{E8E95438-7D72-4151-95E2-CCAFE31D1FDF}" dt="2026-02-15T17:55:38.753" v="657" actId="1076"/>
          <ac:spMkLst>
            <pc:docMk/>
            <pc:sldMk cId="657157279" sldId="401"/>
            <ac:spMk id="42" creationId="{B14C283F-F051-CE75-71C8-761AD5767A8B}"/>
          </ac:spMkLst>
        </pc:spChg>
        <pc:grpChg chg="mod">
          <ac:chgData name="Luis Carlos Guevara Hernandez" userId="946bcc4c-b146-4724-978c-751fab731e0a" providerId="ADAL" clId="{E8E95438-7D72-4151-95E2-CCAFE31D1FDF}" dt="2026-02-15T17:55:28.220" v="655" actId="1076"/>
          <ac:grpSpMkLst>
            <pc:docMk/>
            <pc:sldMk cId="657157279" sldId="401"/>
            <ac:grpSpMk id="37" creationId="{67328F7B-6427-9A23-2A0F-DF5B9F9E4E72}"/>
          </ac:grpSpMkLst>
        </pc:grpChg>
      </pc:sldChg>
      <pc:sldChg chg="addSp delSp modSp mod delAnim modAnim">
        <pc:chgData name="Luis Carlos Guevara Hernandez" userId="946bcc4c-b146-4724-978c-751fab731e0a" providerId="ADAL" clId="{E8E95438-7D72-4151-95E2-CCAFE31D1FDF}" dt="2026-02-15T18:06:40.306" v="781" actId="113"/>
        <pc:sldMkLst>
          <pc:docMk/>
          <pc:sldMk cId="3214576129" sldId="403"/>
        </pc:sldMkLst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3214576129" sldId="403"/>
            <ac:spMk id="4" creationId="{8276E9F4-CDA0-D819-CC88-A8796CFF9B8C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214576129" sldId="403"/>
            <ac:spMk id="10" creationId="{0085F08A-EDFE-2B77-5322-2790A05D2D0E}"/>
          </ac:spMkLst>
        </pc:spChg>
        <pc:spChg chg="mod">
          <ac:chgData name="Luis Carlos Guevara Hernandez" userId="946bcc4c-b146-4724-978c-751fab731e0a" providerId="ADAL" clId="{E8E95438-7D72-4151-95E2-CCAFE31D1FDF}" dt="2026-02-15T17:58:41.463" v="670"/>
          <ac:spMkLst>
            <pc:docMk/>
            <pc:sldMk cId="3214576129" sldId="403"/>
            <ac:spMk id="12" creationId="{65519936-B38E-543C-8DE9-8BE647EBD8E9}"/>
          </ac:spMkLst>
        </pc:spChg>
        <pc:spChg chg="mod">
          <ac:chgData name="Luis Carlos Guevara Hernandez" userId="946bcc4c-b146-4724-978c-751fab731e0a" providerId="ADAL" clId="{E8E95438-7D72-4151-95E2-CCAFE31D1FDF}" dt="2026-02-15T18:00:58.175" v="695" actId="1076"/>
          <ac:spMkLst>
            <pc:docMk/>
            <pc:sldMk cId="3214576129" sldId="403"/>
            <ac:spMk id="21" creationId="{36B46B63-8286-6AE6-AAF6-74BFD4A178DD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214576129" sldId="403"/>
            <ac:spMk id="29" creationId="{30F08522-A926-9F6F-9DE4-4CA370AC1E5F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214576129" sldId="403"/>
            <ac:spMk id="31" creationId="{16193463-85D7-4F3B-7B21-2531C66BC07F}"/>
          </ac:spMkLst>
        </pc:spChg>
        <pc:spChg chg="mod">
          <ac:chgData name="Luis Carlos Guevara Hernandez" userId="946bcc4c-b146-4724-978c-751fab731e0a" providerId="ADAL" clId="{E8E95438-7D72-4151-95E2-CCAFE31D1FDF}" dt="2026-02-15T17:58:36.206" v="669" actId="14100"/>
          <ac:spMkLst>
            <pc:docMk/>
            <pc:sldMk cId="3214576129" sldId="403"/>
            <ac:spMk id="36" creationId="{C9543689-56F8-BF3E-0EF9-735BC1274646}"/>
          </ac:spMkLst>
        </pc:spChg>
        <pc:spChg chg="mod">
          <ac:chgData name="Luis Carlos Guevara Hernandez" userId="946bcc4c-b146-4724-978c-751fab731e0a" providerId="ADAL" clId="{E8E95438-7D72-4151-95E2-CCAFE31D1FDF}" dt="2026-02-15T18:06:40.306" v="781" actId="113"/>
          <ac:spMkLst>
            <pc:docMk/>
            <pc:sldMk cId="3214576129" sldId="403"/>
            <ac:spMk id="39" creationId="{DE839A73-12BA-286C-DE68-CD646F6FCC4C}"/>
          </ac:spMkLst>
        </pc:spChg>
        <pc:spChg chg="mod">
          <ac:chgData name="Luis Carlos Guevara Hernandez" userId="946bcc4c-b146-4724-978c-751fab731e0a" providerId="ADAL" clId="{E8E95438-7D72-4151-95E2-CCAFE31D1FDF}" dt="2026-02-15T18:06:40.306" v="781" actId="113"/>
          <ac:spMkLst>
            <pc:docMk/>
            <pc:sldMk cId="3214576129" sldId="403"/>
            <ac:spMk id="40" creationId="{39BD3E61-5FAD-EBC1-8CE0-3718211A9A8B}"/>
          </ac:spMkLst>
        </pc:spChg>
        <pc:spChg chg="mod">
          <ac:chgData name="Luis Carlos Guevara Hernandez" userId="946bcc4c-b146-4724-978c-751fab731e0a" providerId="ADAL" clId="{E8E95438-7D72-4151-95E2-CCAFE31D1FDF}" dt="2026-02-15T18:01:15.425" v="701" actId="13926"/>
          <ac:spMkLst>
            <pc:docMk/>
            <pc:sldMk cId="3214576129" sldId="403"/>
            <ac:spMk id="42" creationId="{116978F2-2D5D-64B2-FEEE-1CD6166255C9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214576129" sldId="403"/>
            <ac:spMk id="55" creationId="{32E904A3-38AF-CBB1-4B73-ABCDA77731AC}"/>
          </ac:spMkLst>
        </pc:spChg>
        <pc:spChg chg="mod">
          <ac:chgData name="Luis Carlos Guevara Hernandez" userId="946bcc4c-b146-4724-978c-751fab731e0a" providerId="ADAL" clId="{E8E95438-7D72-4151-95E2-CCAFE31D1FDF}" dt="2026-02-15T18:01:42.881" v="705" actId="6549"/>
          <ac:spMkLst>
            <pc:docMk/>
            <pc:sldMk cId="3214576129" sldId="403"/>
            <ac:spMk id="96" creationId="{83E9393C-E857-CB4D-050D-379A30FE85D6}"/>
          </ac:spMkLst>
        </pc:spChg>
        <pc:spChg chg="mod">
          <ac:chgData name="Luis Carlos Guevara Hernandez" userId="946bcc4c-b146-4724-978c-751fab731e0a" providerId="ADAL" clId="{E8E95438-7D72-4151-95E2-CCAFE31D1FDF}" dt="2026-02-15T18:01:50.038" v="707" actId="113"/>
          <ac:spMkLst>
            <pc:docMk/>
            <pc:sldMk cId="3214576129" sldId="403"/>
            <ac:spMk id="97" creationId="{1317CB24-5813-9745-8A43-8BEAC30DCC61}"/>
          </ac:spMkLst>
        </pc:spChg>
        <pc:spChg chg="mod">
          <ac:chgData name="Luis Carlos Guevara Hernandez" userId="946bcc4c-b146-4724-978c-751fab731e0a" providerId="ADAL" clId="{E8E95438-7D72-4151-95E2-CCAFE31D1FDF}" dt="2026-02-15T18:02:13.201" v="711" actId="113"/>
          <ac:spMkLst>
            <pc:docMk/>
            <pc:sldMk cId="3214576129" sldId="403"/>
            <ac:spMk id="99" creationId="{43193032-8B20-5319-D2D1-8B9F9B75B3AF}"/>
          </ac:spMkLst>
        </pc:spChg>
        <pc:spChg chg="mod">
          <ac:chgData name="Luis Carlos Guevara Hernandez" userId="946bcc4c-b146-4724-978c-751fab731e0a" providerId="ADAL" clId="{E8E95438-7D72-4151-95E2-CCAFE31D1FDF}" dt="2026-02-15T18:02:33.879" v="715" actId="113"/>
          <ac:spMkLst>
            <pc:docMk/>
            <pc:sldMk cId="3214576129" sldId="403"/>
            <ac:spMk id="100" creationId="{F2E1708A-CA17-B17C-A594-B21EF20ECDD9}"/>
          </ac:spMkLst>
        </pc:spChg>
        <pc:spChg chg="mod">
          <ac:chgData name="Luis Carlos Guevara Hernandez" userId="946bcc4c-b146-4724-978c-751fab731e0a" providerId="ADAL" clId="{E8E95438-7D72-4151-95E2-CCAFE31D1FDF}" dt="2026-02-15T18:02:25.306" v="713"/>
          <ac:spMkLst>
            <pc:docMk/>
            <pc:sldMk cId="3214576129" sldId="403"/>
            <ac:spMk id="101" creationId="{B077DC0E-B51C-C02C-AD64-0C07D874A42D}"/>
          </ac:spMkLst>
        </pc:spChg>
        <pc:spChg chg="mod">
          <ac:chgData name="Luis Carlos Guevara Hernandez" userId="946bcc4c-b146-4724-978c-751fab731e0a" providerId="ADAL" clId="{E8E95438-7D72-4151-95E2-CCAFE31D1FDF}" dt="2026-02-15T18:06:06.841" v="766" actId="20577"/>
          <ac:spMkLst>
            <pc:docMk/>
            <pc:sldMk cId="3214576129" sldId="403"/>
            <ac:spMk id="106" creationId="{2A2449D5-C351-AC27-8EED-F6CA0E1C90A4}"/>
          </ac:spMkLst>
        </pc:spChg>
        <pc:spChg chg="mod">
          <ac:chgData name="Luis Carlos Guevara Hernandez" userId="946bcc4c-b146-4724-978c-751fab731e0a" providerId="ADAL" clId="{E8E95438-7D72-4151-95E2-CCAFE31D1FDF}" dt="2026-02-15T18:03:39.683" v="738" actId="1076"/>
          <ac:spMkLst>
            <pc:docMk/>
            <pc:sldMk cId="3214576129" sldId="403"/>
            <ac:spMk id="108" creationId="{F37B1C0A-17E2-914E-8304-7EE7C3F9F453}"/>
          </ac:spMkLst>
        </pc:spChg>
        <pc:spChg chg="mod">
          <ac:chgData name="Luis Carlos Guevara Hernandez" userId="946bcc4c-b146-4724-978c-751fab731e0a" providerId="ADAL" clId="{E8E95438-7D72-4151-95E2-CCAFE31D1FDF}" dt="2026-02-15T18:06:29.069" v="776" actId="6549"/>
          <ac:spMkLst>
            <pc:docMk/>
            <pc:sldMk cId="3214576129" sldId="403"/>
            <ac:spMk id="110" creationId="{9950BD8F-FF26-DBC7-ED8C-AD6FF31775F6}"/>
          </ac:spMkLst>
        </pc:spChg>
        <pc:spChg chg="mod">
          <ac:chgData name="Luis Carlos Guevara Hernandez" userId="946bcc4c-b146-4724-978c-751fab731e0a" providerId="ADAL" clId="{E8E95438-7D72-4151-95E2-CCAFE31D1FDF}" dt="2026-02-15T18:06:30.323" v="777" actId="6549"/>
          <ac:spMkLst>
            <pc:docMk/>
            <pc:sldMk cId="3214576129" sldId="403"/>
            <ac:spMk id="111" creationId="{CE4CC496-A442-70D0-7F6A-91B30971E8AF}"/>
          </ac:spMkLst>
        </pc:spChg>
        <pc:spChg chg="mod">
          <ac:chgData name="Luis Carlos Guevara Hernandez" userId="946bcc4c-b146-4724-978c-751fab731e0a" providerId="ADAL" clId="{E8E95438-7D72-4151-95E2-CCAFE31D1FDF}" dt="2026-02-15T18:06:33.172" v="779" actId="6549"/>
          <ac:spMkLst>
            <pc:docMk/>
            <pc:sldMk cId="3214576129" sldId="403"/>
            <ac:spMk id="113" creationId="{160D60DC-A459-9A00-AD13-45B6B15EF829}"/>
          </ac:spMkLst>
        </pc:spChg>
        <pc:spChg chg="mod topLvl">
          <ac:chgData name="Luis Carlos Guevara Hernandez" userId="946bcc4c-b146-4724-978c-751fab731e0a" providerId="ADAL" clId="{E8E95438-7D72-4151-95E2-CCAFE31D1FDF}" dt="2026-02-15T18:06:00.867" v="763" actId="14100"/>
          <ac:spMkLst>
            <pc:docMk/>
            <pc:sldMk cId="3214576129" sldId="403"/>
            <ac:spMk id="115" creationId="{B882C63C-2938-A7BE-ABE9-BC137217749C}"/>
          </ac:spMkLst>
        </pc:spChg>
      </pc:sldChg>
      <pc:sldChg chg="delSp modSp mod delAnim modAnim">
        <pc:chgData name="Luis Carlos Guevara Hernandez" userId="946bcc4c-b146-4724-978c-751fab731e0a" providerId="ADAL" clId="{E8E95438-7D72-4151-95E2-CCAFE31D1FDF}" dt="2026-02-15T18:13:48.545" v="943" actId="14100"/>
        <pc:sldMkLst>
          <pc:docMk/>
          <pc:sldMk cId="460848585" sldId="406"/>
        </pc:sldMkLst>
        <pc:spChg chg="mod">
          <ac:chgData name="Luis Carlos Guevara Hernandez" userId="946bcc4c-b146-4724-978c-751fab731e0a" providerId="ADAL" clId="{E8E95438-7D72-4151-95E2-CCAFE31D1FDF}" dt="2026-02-15T18:12:12.647" v="923" actId="207"/>
          <ac:spMkLst>
            <pc:docMk/>
            <pc:sldMk cId="460848585" sldId="406"/>
            <ac:spMk id="2" creationId="{ED1275C8-8141-7279-A294-6329D8C90867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460848585" sldId="406"/>
            <ac:spMk id="4" creationId="{0EFDBA4B-2274-4DA8-0E22-86A8E0922FC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60848585" sldId="406"/>
            <ac:spMk id="5" creationId="{A3BCD3A6-515B-AFF3-E23C-A59A0A37389C}"/>
          </ac:spMkLst>
        </pc:spChg>
        <pc:spChg chg="mod">
          <ac:chgData name="Luis Carlos Guevara Hernandez" userId="946bcc4c-b146-4724-978c-751fab731e0a" providerId="ADAL" clId="{E8E95438-7D72-4151-95E2-CCAFE31D1FDF}" dt="2026-02-15T18:12:06.192" v="916" actId="20577"/>
          <ac:spMkLst>
            <pc:docMk/>
            <pc:sldMk cId="460848585" sldId="406"/>
            <ac:spMk id="8" creationId="{3486B1AE-146D-186E-EAA8-B5DFF585390B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60848585" sldId="406"/>
            <ac:spMk id="10" creationId="{97345474-5813-01A3-82C0-6812AA31CD23}"/>
          </ac:spMkLst>
        </pc:spChg>
        <pc:spChg chg="mod">
          <ac:chgData name="Luis Carlos Guevara Hernandez" userId="946bcc4c-b146-4724-978c-751fab731e0a" providerId="ADAL" clId="{E8E95438-7D72-4151-95E2-CCAFE31D1FDF}" dt="2026-02-15T18:10:59.967" v="888"/>
          <ac:spMkLst>
            <pc:docMk/>
            <pc:sldMk cId="460848585" sldId="406"/>
            <ac:spMk id="12" creationId="{D9CE2DCC-957B-CFB1-D5AE-94350D3C8F18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60848585" sldId="406"/>
            <ac:spMk id="13" creationId="{B671D9B2-9A5B-3DD5-9DD9-F9C8E993825A}"/>
          </ac:spMkLst>
        </pc:spChg>
        <pc:spChg chg="mod">
          <ac:chgData name="Luis Carlos Guevara Hernandez" userId="946bcc4c-b146-4724-978c-751fab731e0a" providerId="ADAL" clId="{E8E95438-7D72-4151-95E2-CCAFE31D1FDF}" dt="2026-02-15T18:12:09.723" v="922" actId="20577"/>
          <ac:spMkLst>
            <pc:docMk/>
            <pc:sldMk cId="460848585" sldId="406"/>
            <ac:spMk id="14" creationId="{9BADDA1F-28F7-9607-F254-D39C6E901F1D}"/>
          </ac:spMkLst>
        </pc:spChg>
        <pc:spChg chg="mod">
          <ac:chgData name="Luis Carlos Guevara Hernandez" userId="946bcc4c-b146-4724-978c-751fab731e0a" providerId="ADAL" clId="{E8E95438-7D72-4151-95E2-CCAFE31D1FDF}" dt="2026-02-15T18:13:48.545" v="943" actId="14100"/>
          <ac:spMkLst>
            <pc:docMk/>
            <pc:sldMk cId="460848585" sldId="406"/>
            <ac:spMk id="19" creationId="{2B643631-EF3A-0B19-6342-F7AB8E804B0C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60848585" sldId="406"/>
            <ac:spMk id="20" creationId="{E73A2E44-88B1-8B63-866D-C4BABD2BC2AC}"/>
          </ac:spMkLst>
        </pc:spChg>
        <pc:spChg chg="mod">
          <ac:chgData name="Luis Carlos Guevara Hernandez" userId="946bcc4c-b146-4724-978c-751fab731e0a" providerId="ADAL" clId="{E8E95438-7D72-4151-95E2-CCAFE31D1FDF}" dt="2026-02-15T18:11:42.713" v="901" actId="13926"/>
          <ac:spMkLst>
            <pc:docMk/>
            <pc:sldMk cId="460848585" sldId="406"/>
            <ac:spMk id="21" creationId="{475FED72-4B4A-02CB-E1BF-7AF972AF83B9}"/>
          </ac:spMkLst>
        </pc:spChg>
        <pc:spChg chg="mod">
          <ac:chgData name="Luis Carlos Guevara Hernandez" userId="946bcc4c-b146-4724-978c-751fab731e0a" providerId="ADAL" clId="{E8E95438-7D72-4151-95E2-CCAFE31D1FDF}" dt="2026-02-15T18:10:51.223" v="886" actId="14100"/>
          <ac:spMkLst>
            <pc:docMk/>
            <pc:sldMk cId="460848585" sldId="406"/>
            <ac:spMk id="36" creationId="{A7A6E8E6-C8E7-CF14-A3B6-36147650EAB1}"/>
          </ac:spMkLst>
        </pc:spChg>
        <pc:spChg chg="mod">
          <ac:chgData name="Luis Carlos Guevara Hernandez" userId="946bcc4c-b146-4724-978c-751fab731e0a" providerId="ADAL" clId="{E8E95438-7D72-4151-95E2-CCAFE31D1FDF}" dt="2026-02-15T18:13:19.255" v="938" actId="113"/>
          <ac:spMkLst>
            <pc:docMk/>
            <pc:sldMk cId="460848585" sldId="406"/>
            <ac:spMk id="57" creationId="{5A2786EC-A268-2F5C-04B4-BB3B80BA1F23}"/>
          </ac:spMkLst>
        </pc:spChg>
        <pc:spChg chg="mod">
          <ac:chgData name="Luis Carlos Guevara Hernandez" userId="946bcc4c-b146-4724-978c-751fab731e0a" providerId="ADAL" clId="{E8E95438-7D72-4151-95E2-CCAFE31D1FDF}" dt="2026-02-15T18:13:36.132" v="941" actId="20577"/>
          <ac:spMkLst>
            <pc:docMk/>
            <pc:sldMk cId="460848585" sldId="406"/>
            <ac:spMk id="58" creationId="{F3954FD8-5196-A40E-97E1-A47573A8676A}"/>
          </ac:spMkLst>
        </pc:spChg>
        <pc:cxnChg chg="mod">
          <ac:chgData name="Luis Carlos Guevara Hernandez" userId="946bcc4c-b146-4724-978c-751fab731e0a" providerId="ADAL" clId="{E8E95438-7D72-4151-95E2-CCAFE31D1FDF}" dt="2026-02-15T18:13:43.142" v="942" actId="208"/>
          <ac:cxnSpMkLst>
            <pc:docMk/>
            <pc:sldMk cId="460848585" sldId="406"/>
            <ac:cxnSpMk id="7" creationId="{9C6D7786-DC72-768D-3FA2-208BF458DD44}"/>
          </ac:cxnSpMkLst>
        </pc:cxnChg>
        <pc:cxnChg chg="mod">
          <ac:chgData name="Luis Carlos Guevara Hernandez" userId="946bcc4c-b146-4724-978c-751fab731e0a" providerId="ADAL" clId="{E8E95438-7D72-4151-95E2-CCAFE31D1FDF}" dt="2026-02-15T18:13:43.142" v="942" actId="208"/>
          <ac:cxnSpMkLst>
            <pc:docMk/>
            <pc:sldMk cId="460848585" sldId="406"/>
            <ac:cxnSpMk id="30" creationId="{0F45F4C3-7CF1-3DFD-F948-A79B6070C7F8}"/>
          </ac:cxnSpMkLst>
        </pc:cxnChg>
        <pc:cxnChg chg="mod">
          <ac:chgData name="Luis Carlos Guevara Hernandez" userId="946bcc4c-b146-4724-978c-751fab731e0a" providerId="ADAL" clId="{E8E95438-7D72-4151-95E2-CCAFE31D1FDF}" dt="2026-02-15T18:13:43.142" v="942" actId="208"/>
          <ac:cxnSpMkLst>
            <pc:docMk/>
            <pc:sldMk cId="460848585" sldId="406"/>
            <ac:cxnSpMk id="41" creationId="{6F85CBEE-B668-4976-3B67-B2B5782CA637}"/>
          </ac:cxnSpMkLst>
        </pc:cxnChg>
      </pc:sldChg>
      <pc:sldChg chg="addSp delSp modSp mod modAnim">
        <pc:chgData name="Luis Carlos Guevara Hernandez" userId="946bcc4c-b146-4724-978c-751fab731e0a" providerId="ADAL" clId="{E8E95438-7D72-4151-95E2-CCAFE31D1FDF}" dt="2026-02-15T19:04:30.510" v="1231" actId="1076"/>
        <pc:sldMkLst>
          <pc:docMk/>
          <pc:sldMk cId="215270245" sldId="408"/>
        </pc:sldMkLst>
        <pc:spChg chg="add mod">
          <ac:chgData name="Luis Carlos Guevara Hernandez" userId="946bcc4c-b146-4724-978c-751fab731e0a" providerId="ADAL" clId="{E8E95438-7D72-4151-95E2-CCAFE31D1FDF}" dt="2026-02-15T19:03:17.021" v="1207" actId="1076"/>
          <ac:spMkLst>
            <pc:docMk/>
            <pc:sldMk cId="215270245" sldId="408"/>
            <ac:spMk id="2" creationId="{FC13507F-F599-E4D5-919B-D152F7AB0C7B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215270245" sldId="408"/>
            <ac:spMk id="4" creationId="{20C7E9B0-0CC3-054B-209A-1F2E32BDA6B8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5270245" sldId="408"/>
            <ac:spMk id="5" creationId="{702C8365-7A13-3284-C7C4-0A6D1D015F30}"/>
          </ac:spMkLst>
        </pc:spChg>
        <pc:spChg chg="add mod">
          <ac:chgData name="Luis Carlos Guevara Hernandez" userId="946bcc4c-b146-4724-978c-751fab731e0a" providerId="ADAL" clId="{E8E95438-7D72-4151-95E2-CCAFE31D1FDF}" dt="2026-02-15T19:03:20.216" v="1209" actId="1035"/>
          <ac:spMkLst>
            <pc:docMk/>
            <pc:sldMk cId="215270245" sldId="408"/>
            <ac:spMk id="8" creationId="{7A449A84-9CCE-A31A-4034-34D6AE18705A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5270245" sldId="408"/>
            <ac:spMk id="10" creationId="{91681790-A3D6-06D2-0D6C-4899477B830E}"/>
          </ac:spMkLst>
        </pc:spChg>
        <pc:spChg chg="mod">
          <ac:chgData name="Luis Carlos Guevara Hernandez" userId="946bcc4c-b146-4724-978c-751fab731e0a" providerId="ADAL" clId="{E8E95438-7D72-4151-95E2-CCAFE31D1FDF}" dt="2026-02-15T18:58:00.367" v="1112"/>
          <ac:spMkLst>
            <pc:docMk/>
            <pc:sldMk cId="215270245" sldId="408"/>
            <ac:spMk id="12" creationId="{E0AC1662-BFF8-9A5E-FE3E-8957BCB140DE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5270245" sldId="408"/>
            <ac:spMk id="13" creationId="{45B88975-8571-BD8F-5522-759FDB3AADB2}"/>
          </ac:spMkLst>
        </pc:spChg>
        <pc:spChg chg="mod">
          <ac:chgData name="Luis Carlos Guevara Hernandez" userId="946bcc4c-b146-4724-978c-751fab731e0a" providerId="ADAL" clId="{E8E95438-7D72-4151-95E2-CCAFE31D1FDF}" dt="2026-02-15T19:02:54.914" v="1201" actId="1076"/>
          <ac:spMkLst>
            <pc:docMk/>
            <pc:sldMk cId="215270245" sldId="408"/>
            <ac:spMk id="17" creationId="{1C4F8061-AE9B-829F-A32D-6F64E781E06C}"/>
          </ac:spMkLst>
        </pc:spChg>
        <pc:spChg chg="mod">
          <ac:chgData name="Luis Carlos Guevara Hernandez" userId="946bcc4c-b146-4724-978c-751fab731e0a" providerId="ADAL" clId="{E8E95438-7D72-4151-95E2-CCAFE31D1FDF}" dt="2026-02-15T18:58:12.472" v="1113"/>
          <ac:spMkLst>
            <pc:docMk/>
            <pc:sldMk cId="215270245" sldId="408"/>
            <ac:spMk id="21" creationId="{EC0DC0CD-3A97-A823-5CBB-1553C5180283}"/>
          </ac:spMkLst>
        </pc:spChg>
        <pc:spChg chg="mod">
          <ac:chgData name="Luis Carlos Guevara Hernandez" userId="946bcc4c-b146-4724-978c-751fab731e0a" providerId="ADAL" clId="{E8E95438-7D72-4151-95E2-CCAFE31D1FDF}" dt="2026-02-15T19:01:04.578" v="1154" actId="1076"/>
          <ac:spMkLst>
            <pc:docMk/>
            <pc:sldMk cId="215270245" sldId="408"/>
            <ac:spMk id="23" creationId="{94212C0B-E527-A62A-7195-31C8177B19EC}"/>
          </ac:spMkLst>
        </pc:spChg>
        <pc:spChg chg="mod">
          <ac:chgData name="Luis Carlos Guevara Hernandez" userId="946bcc4c-b146-4724-978c-751fab731e0a" providerId="ADAL" clId="{E8E95438-7D72-4151-95E2-CCAFE31D1FDF}" dt="2026-02-15T19:02:25.213" v="1168" actId="21"/>
          <ac:spMkLst>
            <pc:docMk/>
            <pc:sldMk cId="215270245" sldId="408"/>
            <ac:spMk id="24" creationId="{C14FC721-1DCC-5DCA-3214-1971A6B6198F}"/>
          </ac:spMkLst>
        </pc:spChg>
        <pc:spChg chg="add mod">
          <ac:chgData name="Luis Carlos Guevara Hernandez" userId="946bcc4c-b146-4724-978c-751fab731e0a" providerId="ADAL" clId="{E8E95438-7D72-4151-95E2-CCAFE31D1FDF}" dt="2026-02-15T19:03:25.307" v="1211" actId="1076"/>
          <ac:spMkLst>
            <pc:docMk/>
            <pc:sldMk cId="215270245" sldId="408"/>
            <ac:spMk id="30" creationId="{5F7A4250-68AF-02C9-69EA-353EC83A729F}"/>
          </ac:spMkLst>
        </pc:spChg>
        <pc:spChg chg="add mod">
          <ac:chgData name="Luis Carlos Guevara Hernandez" userId="946bcc4c-b146-4724-978c-751fab731e0a" providerId="ADAL" clId="{E8E95438-7D72-4151-95E2-CCAFE31D1FDF}" dt="2026-02-15T19:04:11.092" v="1228" actId="6549"/>
          <ac:spMkLst>
            <pc:docMk/>
            <pc:sldMk cId="215270245" sldId="408"/>
            <ac:spMk id="31" creationId="{AC4999CD-5544-4F22-C8BB-459F29DD9EDA}"/>
          </ac:spMkLst>
        </pc:spChg>
        <pc:spChg chg="add mod">
          <ac:chgData name="Luis Carlos Guevara Hernandez" userId="946bcc4c-b146-4724-978c-751fab731e0a" providerId="ADAL" clId="{E8E95438-7D72-4151-95E2-CCAFE31D1FDF}" dt="2026-02-15T19:04:19.932" v="1230" actId="1076"/>
          <ac:spMkLst>
            <pc:docMk/>
            <pc:sldMk cId="215270245" sldId="408"/>
            <ac:spMk id="32" creationId="{F0135116-4450-435F-17FC-E531B7E51784}"/>
          </ac:spMkLst>
        </pc:spChg>
        <pc:spChg chg="add mod">
          <ac:chgData name="Luis Carlos Guevara Hernandez" userId="946bcc4c-b146-4724-978c-751fab731e0a" providerId="ADAL" clId="{E8E95438-7D72-4151-95E2-CCAFE31D1FDF}" dt="2026-02-15T19:04:19.932" v="1230" actId="1076"/>
          <ac:spMkLst>
            <pc:docMk/>
            <pc:sldMk cId="215270245" sldId="408"/>
            <ac:spMk id="33" creationId="{B0CA32BC-62FF-7256-4A7E-DEB310727CFA}"/>
          </ac:spMkLst>
        </pc:spChg>
        <pc:spChg chg="add mod">
          <ac:chgData name="Luis Carlos Guevara Hernandez" userId="946bcc4c-b146-4724-978c-751fab731e0a" providerId="ADAL" clId="{E8E95438-7D72-4151-95E2-CCAFE31D1FDF}" dt="2026-02-15T19:04:30.510" v="1231" actId="1076"/>
          <ac:spMkLst>
            <pc:docMk/>
            <pc:sldMk cId="215270245" sldId="408"/>
            <ac:spMk id="34" creationId="{B9522AFA-BFC3-220B-4300-B1FB15B278A1}"/>
          </ac:spMkLst>
        </pc:spChg>
        <pc:spChg chg="add mod">
          <ac:chgData name="Luis Carlos Guevara Hernandez" userId="946bcc4c-b146-4724-978c-751fab731e0a" providerId="ADAL" clId="{E8E95438-7D72-4151-95E2-CCAFE31D1FDF}" dt="2026-02-15T19:04:30.510" v="1231" actId="1076"/>
          <ac:spMkLst>
            <pc:docMk/>
            <pc:sldMk cId="215270245" sldId="408"/>
            <ac:spMk id="35" creationId="{78787314-1FDC-FCAD-D346-3AABF4F7EFD5}"/>
          </ac:spMkLst>
        </pc:spChg>
        <pc:spChg chg="mod">
          <ac:chgData name="Luis Carlos Guevara Hernandez" userId="946bcc4c-b146-4724-978c-751fab731e0a" providerId="ADAL" clId="{E8E95438-7D72-4151-95E2-CCAFE31D1FDF}" dt="2026-02-15T18:56:06.526" v="1110" actId="14100"/>
          <ac:spMkLst>
            <pc:docMk/>
            <pc:sldMk cId="215270245" sldId="408"/>
            <ac:spMk id="36" creationId="{77F2B471-C479-80EA-CD3C-8D221A30EFC8}"/>
          </ac:spMkLst>
        </pc:spChg>
      </pc:sldChg>
      <pc:sldChg chg="addSp delSp modSp mod delAnim modAnim">
        <pc:chgData name="Luis Carlos Guevara Hernandez" userId="946bcc4c-b146-4724-978c-751fab731e0a" providerId="ADAL" clId="{E8E95438-7D72-4151-95E2-CCAFE31D1FDF}" dt="2026-02-20T20:19:19.483" v="2362" actId="478"/>
        <pc:sldMkLst>
          <pc:docMk/>
          <pc:sldMk cId="668493967" sldId="409"/>
        </pc:sldMkLst>
        <pc:spChg chg="mod">
          <ac:chgData name="Luis Carlos Guevara Hernandez" userId="946bcc4c-b146-4724-978c-751fab731e0a" providerId="ADAL" clId="{E8E95438-7D72-4151-95E2-CCAFE31D1FDF}" dt="2026-02-15T19:05:16.442" v="1240" actId="207"/>
          <ac:spMkLst>
            <pc:docMk/>
            <pc:sldMk cId="668493967" sldId="409"/>
            <ac:spMk id="2" creationId="{04BEAF50-4558-A795-72A6-24E391A4F570}"/>
          </ac:spMkLst>
        </pc:spChg>
        <pc:spChg chg="mod">
          <ac:chgData name="Luis Carlos Guevara Hernandez" userId="946bcc4c-b146-4724-978c-751fab731e0a" providerId="ADAL" clId="{E8E95438-7D72-4151-95E2-CCAFE31D1FDF}" dt="2026-02-15T19:05:16.442" v="1240" actId="207"/>
          <ac:spMkLst>
            <pc:docMk/>
            <pc:sldMk cId="668493967" sldId="409"/>
            <ac:spMk id="3" creationId="{DC4ABAED-77F3-9964-BFE9-1B9CBD742EF9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668493967" sldId="409"/>
            <ac:spMk id="4" creationId="{0C1578B7-0CC5-B930-1088-0CD2E58A653C}"/>
          </ac:spMkLst>
        </pc:spChg>
        <pc:spChg chg="mod">
          <ac:chgData name="Luis Carlos Guevara Hernandez" userId="946bcc4c-b146-4724-978c-751fab731e0a" providerId="ADAL" clId="{E8E95438-7D72-4151-95E2-CCAFE31D1FDF}" dt="2026-02-20T16:30:26.259" v="2251" actId="1076"/>
          <ac:spMkLst>
            <pc:docMk/>
            <pc:sldMk cId="668493967" sldId="409"/>
            <ac:spMk id="5" creationId="{BF861193-EFAC-6B9E-1DD7-F574DD9E8E31}"/>
          </ac:spMkLst>
        </pc:spChg>
        <pc:spChg chg="mod">
          <ac:chgData name="Luis Carlos Guevara Hernandez" userId="946bcc4c-b146-4724-978c-751fab731e0a" providerId="ADAL" clId="{E8E95438-7D72-4151-95E2-CCAFE31D1FDF}" dt="2026-02-15T19:05:20.976" v="1241" actId="1076"/>
          <ac:spMkLst>
            <pc:docMk/>
            <pc:sldMk cId="668493967" sldId="409"/>
            <ac:spMk id="6" creationId="{858AA7B4-FCA8-F189-0D4B-D7A754420507}"/>
          </ac:spMkLst>
        </pc:spChg>
        <pc:spChg chg="add mod">
          <ac:chgData name="Luis Carlos Guevara Hernandez" userId="946bcc4c-b146-4724-978c-751fab731e0a" providerId="ADAL" clId="{E8E95438-7D72-4151-95E2-CCAFE31D1FDF}" dt="2026-02-15T19:04:55.251" v="1235"/>
          <ac:spMkLst>
            <pc:docMk/>
            <pc:sldMk cId="668493967" sldId="409"/>
            <ac:spMk id="8" creationId="{FE8E62B9-4EAB-1351-2DFD-E9368EDF4595}"/>
          </ac:spMkLst>
        </pc:spChg>
        <pc:spChg chg="mod">
          <ac:chgData name="Luis Carlos Guevara Hernandez" userId="946bcc4c-b146-4724-978c-751fab731e0a" providerId="ADAL" clId="{E8E95438-7D72-4151-95E2-CCAFE31D1FDF}" dt="2026-02-15T19:04:55.251" v="1235"/>
          <ac:spMkLst>
            <pc:docMk/>
            <pc:sldMk cId="668493967" sldId="409"/>
            <ac:spMk id="15" creationId="{A0690CCB-88EB-C8ED-98EE-3EA6455F203F}"/>
          </ac:spMkLst>
        </pc:spChg>
        <pc:spChg chg="mod">
          <ac:chgData name="Luis Carlos Guevara Hernandez" userId="946bcc4c-b146-4724-978c-751fab731e0a" providerId="ADAL" clId="{E8E95438-7D72-4151-95E2-CCAFE31D1FDF}" dt="2026-02-15T19:04:55.251" v="1235"/>
          <ac:spMkLst>
            <pc:docMk/>
            <pc:sldMk cId="668493967" sldId="409"/>
            <ac:spMk id="17" creationId="{65FBAE9B-0B06-2547-9F6F-39333B832A5F}"/>
          </ac:spMkLst>
        </pc:spChg>
        <pc:spChg chg="add mod">
          <ac:chgData name="Luis Carlos Guevara Hernandez" userId="946bcc4c-b146-4724-978c-751fab731e0a" providerId="ADAL" clId="{E8E95438-7D72-4151-95E2-CCAFE31D1FDF}" dt="2026-02-15T19:04:55.251" v="1235"/>
          <ac:spMkLst>
            <pc:docMk/>
            <pc:sldMk cId="668493967" sldId="409"/>
            <ac:spMk id="18" creationId="{7ADD6B08-B339-0EEA-E481-01B1397A4CA9}"/>
          </ac:spMkLst>
        </pc:spChg>
        <pc:spChg chg="mod">
          <ac:chgData name="Luis Carlos Guevara Hernandez" userId="946bcc4c-b146-4724-978c-751fab731e0a" providerId="ADAL" clId="{E8E95438-7D72-4151-95E2-CCAFE31D1FDF}" dt="2026-02-15T19:05:39.142" v="1286" actId="20577"/>
          <ac:spMkLst>
            <pc:docMk/>
            <pc:sldMk cId="668493967" sldId="409"/>
            <ac:spMk id="19" creationId="{5953DA87-5B88-7074-3B7F-C15593E931B0}"/>
          </ac:spMkLst>
        </pc:spChg>
        <pc:spChg chg="mod">
          <ac:chgData name="Luis Carlos Guevara Hernandez" userId="946bcc4c-b146-4724-978c-751fab731e0a" providerId="ADAL" clId="{E8E95438-7D72-4151-95E2-CCAFE31D1FDF}" dt="2026-02-15T19:05:25.272" v="1247" actId="20577"/>
          <ac:spMkLst>
            <pc:docMk/>
            <pc:sldMk cId="668493967" sldId="409"/>
            <ac:spMk id="20" creationId="{3BE30421-A0E4-BC7F-C2A7-4CEE96F5E861}"/>
          </ac:spMkLst>
        </pc:spChg>
        <pc:spChg chg="mod">
          <ac:chgData name="Luis Carlos Guevara Hernandez" userId="946bcc4c-b146-4724-978c-751fab731e0a" providerId="ADAL" clId="{E8E95438-7D72-4151-95E2-CCAFE31D1FDF}" dt="2026-02-15T19:05:34.743" v="1275" actId="20577"/>
          <ac:spMkLst>
            <pc:docMk/>
            <pc:sldMk cId="668493967" sldId="409"/>
            <ac:spMk id="22" creationId="{32CEBD81-398E-13B8-F941-062C32FC6386}"/>
          </ac:spMkLst>
        </pc:spChg>
        <pc:spChg chg="mod">
          <ac:chgData name="Luis Carlos Guevara Hernandez" userId="946bcc4c-b146-4724-978c-751fab731e0a" providerId="ADAL" clId="{E8E95438-7D72-4151-95E2-CCAFE31D1FDF}" dt="2026-02-15T19:05:20.976" v="1241" actId="1076"/>
          <ac:spMkLst>
            <pc:docMk/>
            <pc:sldMk cId="668493967" sldId="409"/>
            <ac:spMk id="23" creationId="{1B182A32-330B-1B25-12A9-2930D8A02020}"/>
          </ac:spMkLst>
        </pc:spChg>
        <pc:spChg chg="mod">
          <ac:chgData name="Luis Carlos Guevara Hernandez" userId="946bcc4c-b146-4724-978c-751fab731e0a" providerId="ADAL" clId="{E8E95438-7D72-4151-95E2-CCAFE31D1FDF}" dt="2026-02-15T19:05:11.437" v="1239" actId="1076"/>
          <ac:spMkLst>
            <pc:docMk/>
            <pc:sldMk cId="668493967" sldId="409"/>
            <ac:spMk id="24" creationId="{C076D17E-C613-CA41-129C-02DD09E623DE}"/>
          </ac:spMkLst>
        </pc:spChg>
        <pc:spChg chg="mod">
          <ac:chgData name="Luis Carlos Guevara Hernandez" userId="946bcc4c-b146-4724-978c-751fab731e0a" providerId="ADAL" clId="{E8E95438-7D72-4151-95E2-CCAFE31D1FDF}" dt="2026-02-15T19:05:20.976" v="1241" actId="1076"/>
          <ac:spMkLst>
            <pc:docMk/>
            <pc:sldMk cId="668493967" sldId="409"/>
            <ac:spMk id="25" creationId="{27ADFB06-81AE-B504-E325-5964FFACD187}"/>
          </ac:spMkLst>
        </pc:spChg>
        <pc:spChg chg="mod">
          <ac:chgData name="Luis Carlos Guevara Hernandez" userId="946bcc4c-b146-4724-978c-751fab731e0a" providerId="ADAL" clId="{E8E95438-7D72-4151-95E2-CCAFE31D1FDF}" dt="2026-02-15T19:05:54.170" v="1326" actId="20577"/>
          <ac:spMkLst>
            <pc:docMk/>
            <pc:sldMk cId="668493967" sldId="409"/>
            <ac:spMk id="34" creationId="{35364F64-5876-5718-AD56-75CA50FCAF4A}"/>
          </ac:spMkLst>
        </pc:spChg>
        <pc:spChg chg="mod">
          <ac:chgData name="Luis Carlos Guevara Hernandez" userId="946bcc4c-b146-4724-978c-751fab731e0a" providerId="ADAL" clId="{E8E95438-7D72-4151-95E2-CCAFE31D1FDF}" dt="2026-02-15T19:05:48.470" v="1310" actId="20577"/>
          <ac:spMkLst>
            <pc:docMk/>
            <pc:sldMk cId="668493967" sldId="409"/>
            <ac:spMk id="35" creationId="{91144497-A551-CD8D-AFC0-6BF08AB6DA65}"/>
          </ac:spMkLst>
        </pc:spChg>
        <pc:spChg chg="mod">
          <ac:chgData name="Luis Carlos Guevara Hernandez" userId="946bcc4c-b146-4724-978c-751fab731e0a" providerId="ADAL" clId="{E8E95438-7D72-4151-95E2-CCAFE31D1FDF}" dt="2026-02-15T19:05:20.976" v="1241" actId="1076"/>
          <ac:spMkLst>
            <pc:docMk/>
            <pc:sldMk cId="668493967" sldId="409"/>
            <ac:spMk id="45" creationId="{5F87C67D-C623-279B-53B2-E5C2D1255BD5}"/>
          </ac:spMkLst>
        </pc:spChg>
        <pc:spChg chg="mod">
          <ac:chgData name="Luis Carlos Guevara Hernandez" userId="946bcc4c-b146-4724-978c-751fab731e0a" providerId="ADAL" clId="{E8E95438-7D72-4151-95E2-CCAFE31D1FDF}" dt="2026-02-15T19:05:59.733" v="1336" actId="20577"/>
          <ac:spMkLst>
            <pc:docMk/>
            <pc:sldMk cId="668493967" sldId="409"/>
            <ac:spMk id="46" creationId="{2FB50C21-3920-EDBF-CD4C-BEAF418713BE}"/>
          </ac:spMkLst>
        </pc:spChg>
        <pc:spChg chg="mod">
          <ac:chgData name="Luis Carlos Guevara Hernandez" userId="946bcc4c-b146-4724-978c-751fab731e0a" providerId="ADAL" clId="{E8E95438-7D72-4151-95E2-CCAFE31D1FDF}" dt="2026-02-15T19:05:20.976" v="1241" actId="1076"/>
          <ac:spMkLst>
            <pc:docMk/>
            <pc:sldMk cId="668493967" sldId="409"/>
            <ac:spMk id="67" creationId="{23BAE060-B60D-F6FC-336E-1DFC8A1122D7}"/>
          </ac:spMkLst>
        </pc:spChg>
        <pc:grpChg chg="add mod">
          <ac:chgData name="Luis Carlos Guevara Hernandez" userId="946bcc4c-b146-4724-978c-751fab731e0a" providerId="ADAL" clId="{E8E95438-7D72-4151-95E2-CCAFE31D1FDF}" dt="2026-02-15T19:04:55.251" v="1235"/>
          <ac:grpSpMkLst>
            <pc:docMk/>
            <pc:sldMk cId="668493967" sldId="409"/>
            <ac:grpSpMk id="14" creationId="{C6EDA608-21B3-B1B0-7B09-B5B923BDD794}"/>
          </ac:grpSpMkLst>
        </pc:grpChg>
        <pc:cxnChg chg="mod">
          <ac:chgData name="Luis Carlos Guevara Hernandez" userId="946bcc4c-b146-4724-978c-751fab731e0a" providerId="ADAL" clId="{E8E95438-7D72-4151-95E2-CCAFE31D1FDF}" dt="2026-02-15T19:13:02.780" v="1479" actId="692"/>
          <ac:cxnSpMkLst>
            <pc:docMk/>
            <pc:sldMk cId="668493967" sldId="409"/>
            <ac:cxnSpMk id="26" creationId="{50085857-F032-9BAD-30DD-AAC32546C600}"/>
          </ac:cxnSpMkLst>
        </pc:cxnChg>
        <pc:cxnChg chg="mod">
          <ac:chgData name="Luis Carlos Guevara Hernandez" userId="946bcc4c-b146-4724-978c-751fab731e0a" providerId="ADAL" clId="{E8E95438-7D72-4151-95E2-CCAFE31D1FDF}" dt="2026-02-15T19:12:52.155" v="1475" actId="692"/>
          <ac:cxnSpMkLst>
            <pc:docMk/>
            <pc:sldMk cId="668493967" sldId="409"/>
            <ac:cxnSpMk id="31" creationId="{8704E445-6127-4542-3B5A-2C002B0F9DA0}"/>
          </ac:cxnSpMkLst>
        </pc:cxnChg>
        <pc:cxnChg chg="mod">
          <ac:chgData name="Luis Carlos Guevara Hernandez" userId="946bcc4c-b146-4724-978c-751fab731e0a" providerId="ADAL" clId="{E8E95438-7D72-4151-95E2-CCAFE31D1FDF}" dt="2026-02-15T19:12:54.912" v="1476" actId="692"/>
          <ac:cxnSpMkLst>
            <pc:docMk/>
            <pc:sldMk cId="668493967" sldId="409"/>
            <ac:cxnSpMk id="38" creationId="{DB66C805-1BD2-08E1-5303-333DBB05124E}"/>
          </ac:cxnSpMkLst>
        </pc:cxnChg>
        <pc:cxnChg chg="mod">
          <ac:chgData name="Luis Carlos Guevara Hernandez" userId="946bcc4c-b146-4724-978c-751fab731e0a" providerId="ADAL" clId="{E8E95438-7D72-4151-95E2-CCAFE31D1FDF}" dt="2026-02-15T19:13:17.593" v="1483" actId="692"/>
          <ac:cxnSpMkLst>
            <pc:docMk/>
            <pc:sldMk cId="668493967" sldId="409"/>
            <ac:cxnSpMk id="47" creationId="{59295182-2B57-DDC3-F69A-0D5B266FFF1D}"/>
          </ac:cxnSpMkLst>
        </pc:cxnChg>
        <pc:cxnChg chg="mod">
          <ac:chgData name="Luis Carlos Guevara Hernandez" userId="946bcc4c-b146-4724-978c-751fab731e0a" providerId="ADAL" clId="{E8E95438-7D72-4151-95E2-CCAFE31D1FDF}" dt="2026-02-15T19:13:13.965" v="1482" actId="692"/>
          <ac:cxnSpMkLst>
            <pc:docMk/>
            <pc:sldMk cId="668493967" sldId="409"/>
            <ac:cxnSpMk id="51" creationId="{0CD87F6B-5517-6348-7FCC-AAB2F53EF4F6}"/>
          </ac:cxnSpMkLst>
        </pc:cxnChg>
      </pc:sldChg>
      <pc:sldChg chg="delSp modSp mod modAnim">
        <pc:chgData name="Luis Carlos Guevara Hernandez" userId="946bcc4c-b146-4724-978c-751fab731e0a" providerId="ADAL" clId="{E8E95438-7D72-4151-95E2-CCAFE31D1FDF}" dt="2026-02-15T19:20:34.484" v="1606" actId="1076"/>
        <pc:sldMkLst>
          <pc:docMk/>
          <pc:sldMk cId="171921996" sldId="411"/>
        </pc:sldMkLst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171921996" sldId="411"/>
            <ac:spMk id="4" creationId="{40D1F6B0-AD34-4BDA-CF4F-8F146D1EE74F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71921996" sldId="411"/>
            <ac:spMk id="10" creationId="{FDA346D9-0FBE-AD79-B0AA-31C1F99A59EC}"/>
          </ac:spMkLst>
        </pc:spChg>
        <pc:spChg chg="mod">
          <ac:chgData name="Luis Carlos Guevara Hernandez" userId="946bcc4c-b146-4724-978c-751fab731e0a" providerId="ADAL" clId="{E8E95438-7D72-4151-95E2-CCAFE31D1FDF}" dt="2026-02-15T19:17:13.295" v="1557" actId="14100"/>
          <ac:spMkLst>
            <pc:docMk/>
            <pc:sldMk cId="171921996" sldId="411"/>
            <ac:spMk id="12" creationId="{C6DEA72D-26B5-A32B-A61A-649F3A5EE6B9}"/>
          </ac:spMkLst>
        </pc:spChg>
        <pc:spChg chg="mod">
          <ac:chgData name="Luis Carlos Guevara Hernandez" userId="946bcc4c-b146-4724-978c-751fab731e0a" providerId="ADAL" clId="{E8E95438-7D72-4151-95E2-CCAFE31D1FDF}" dt="2026-02-15T19:20:24.518" v="1604" actId="14100"/>
          <ac:spMkLst>
            <pc:docMk/>
            <pc:sldMk cId="171921996" sldId="411"/>
            <ac:spMk id="17" creationId="{C7174B54-CAA2-4BC1-81AE-7365E2B30AAD}"/>
          </ac:spMkLst>
        </pc:spChg>
        <pc:spChg chg="mod">
          <ac:chgData name="Luis Carlos Guevara Hernandez" userId="946bcc4c-b146-4724-978c-751fab731e0a" providerId="ADAL" clId="{E8E95438-7D72-4151-95E2-CCAFE31D1FDF}" dt="2026-02-15T19:17:50.844" v="1560" actId="207"/>
          <ac:spMkLst>
            <pc:docMk/>
            <pc:sldMk cId="171921996" sldId="411"/>
            <ac:spMk id="21" creationId="{3432F58C-53B0-451D-7ACF-9A387A637DE0}"/>
          </ac:spMkLst>
        </pc:spChg>
        <pc:spChg chg="mod">
          <ac:chgData name="Luis Carlos Guevara Hernandez" userId="946bcc4c-b146-4724-978c-751fab731e0a" providerId="ADAL" clId="{E8E95438-7D72-4151-95E2-CCAFE31D1FDF}" dt="2026-02-15T19:16:48.285" v="1552" actId="207"/>
          <ac:spMkLst>
            <pc:docMk/>
            <pc:sldMk cId="171921996" sldId="411"/>
            <ac:spMk id="27" creationId="{54CD0263-A391-7E1C-21C0-AC84EA4EAE0F}"/>
          </ac:spMkLst>
        </pc:spChg>
        <pc:spChg chg="mod">
          <ac:chgData name="Luis Carlos Guevara Hernandez" userId="946bcc4c-b146-4724-978c-751fab731e0a" providerId="ADAL" clId="{E8E95438-7D72-4151-95E2-CCAFE31D1FDF}" dt="2026-02-15T19:16:31.318" v="1550" actId="404"/>
          <ac:spMkLst>
            <pc:docMk/>
            <pc:sldMk cId="171921996" sldId="411"/>
            <ac:spMk id="28" creationId="{3061EF7F-A422-9669-8868-869A9A0C7AED}"/>
          </ac:spMkLst>
        </pc:spChg>
        <pc:spChg chg="mod">
          <ac:chgData name="Luis Carlos Guevara Hernandez" userId="946bcc4c-b146-4724-978c-751fab731e0a" providerId="ADAL" clId="{E8E95438-7D72-4151-95E2-CCAFE31D1FDF}" dt="2026-02-15T19:16:24.239" v="1546" actId="20577"/>
          <ac:spMkLst>
            <pc:docMk/>
            <pc:sldMk cId="171921996" sldId="411"/>
            <ac:spMk id="29" creationId="{B1821510-608C-F17E-698B-97FF7CBFA6EF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32" creationId="{FA43B2D6-2C85-96B7-207A-3F9ED3C7C24F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33" creationId="{64C0953A-9F2F-BA66-E4EE-2C234E9C2E6D}"/>
          </ac:spMkLst>
        </pc:spChg>
        <pc:spChg chg="mod">
          <ac:chgData name="Luis Carlos Guevara Hernandez" userId="946bcc4c-b146-4724-978c-751fab731e0a" providerId="ADAL" clId="{E8E95438-7D72-4151-95E2-CCAFE31D1FDF}" dt="2026-02-15T19:17:00.185" v="1555" actId="14100"/>
          <ac:spMkLst>
            <pc:docMk/>
            <pc:sldMk cId="171921996" sldId="411"/>
            <ac:spMk id="36" creationId="{0798B2D8-BB06-E3E4-6FCE-29BF08640E85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37" creationId="{702CEB94-DB7B-1C7E-D6F3-4DA05E07A1D2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39" creationId="{488D648A-BEE8-E5BD-3A4C-C9E7441D7320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53" creationId="{861F9214-0614-7552-7488-172F3976DB24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59" creationId="{9A302E68-6FA1-0FC0-E487-CFD664FF6305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60" creationId="{365C3626-8918-3031-E8AE-A969189297B5}"/>
          </ac:spMkLst>
        </pc:spChg>
        <pc:spChg chg="mod">
          <ac:chgData name="Luis Carlos Guevara Hernandez" userId="946bcc4c-b146-4724-978c-751fab731e0a" providerId="ADAL" clId="{E8E95438-7D72-4151-95E2-CCAFE31D1FDF}" dt="2026-02-15T19:20:34.484" v="1606" actId="1076"/>
          <ac:spMkLst>
            <pc:docMk/>
            <pc:sldMk cId="171921996" sldId="411"/>
            <ac:spMk id="61" creationId="{5117D933-C947-DD64-E08B-9339E3260E9E}"/>
          </ac:spMkLst>
        </pc:spChg>
        <pc:grpChg chg="mod">
          <ac:chgData name="Luis Carlos Guevara Hernandez" userId="946bcc4c-b146-4724-978c-751fab731e0a" providerId="ADAL" clId="{E8E95438-7D72-4151-95E2-CCAFE31D1FDF}" dt="2026-02-15T19:20:28.708" v="1605" actId="1076"/>
          <ac:grpSpMkLst>
            <pc:docMk/>
            <pc:sldMk cId="171921996" sldId="411"/>
            <ac:grpSpMk id="18" creationId="{43D38B5E-91AB-D0D3-CFAF-0FBD76D89567}"/>
          </ac:grpSpMkLst>
        </pc:grpChg>
        <pc:cxnChg chg="mod">
          <ac:chgData name="Luis Carlos Guevara Hernandez" userId="946bcc4c-b146-4724-978c-751fab731e0a" providerId="ADAL" clId="{E8E95438-7D72-4151-95E2-CCAFE31D1FDF}" dt="2026-02-15T19:20:34.484" v="1606" actId="1076"/>
          <ac:cxnSpMkLst>
            <pc:docMk/>
            <pc:sldMk cId="171921996" sldId="411"/>
            <ac:cxnSpMk id="40" creationId="{AE9EB309-0458-6785-2860-47F0333D00D9}"/>
          </ac:cxnSpMkLst>
        </pc:cxnChg>
        <pc:cxnChg chg="mod">
          <ac:chgData name="Luis Carlos Guevara Hernandez" userId="946bcc4c-b146-4724-978c-751fab731e0a" providerId="ADAL" clId="{E8E95438-7D72-4151-95E2-CCAFE31D1FDF}" dt="2026-02-15T19:20:34.484" v="1606" actId="1076"/>
          <ac:cxnSpMkLst>
            <pc:docMk/>
            <pc:sldMk cId="171921996" sldId="411"/>
            <ac:cxnSpMk id="43" creationId="{A6C9AAA1-BE3F-4017-F0A9-38D61F23DF07}"/>
          </ac:cxnSpMkLst>
        </pc:cxnChg>
      </pc:sldChg>
      <pc:sldChg chg="addSp delSp modSp mod delAnim modAnim">
        <pc:chgData name="Luis Carlos Guevara Hernandez" userId="946bcc4c-b146-4724-978c-751fab731e0a" providerId="ADAL" clId="{E8E95438-7D72-4151-95E2-CCAFE31D1FDF}" dt="2026-02-15T19:23:39.072" v="1644" actId="1076"/>
        <pc:sldMkLst>
          <pc:docMk/>
          <pc:sldMk cId="219364359" sldId="412"/>
        </pc:sldMkLst>
        <pc:spChg chg="mod">
          <ac:chgData name="Luis Carlos Guevara Hernandez" userId="946bcc4c-b146-4724-978c-751fab731e0a" providerId="ADAL" clId="{E8E95438-7D72-4151-95E2-CCAFE31D1FDF}" dt="2026-02-15T19:21:51.710" v="1618"/>
          <ac:spMkLst>
            <pc:docMk/>
            <pc:sldMk cId="219364359" sldId="412"/>
            <ac:spMk id="3" creationId="{C1B88C8C-8FA3-15D8-275E-A17CC2398CE9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219364359" sldId="412"/>
            <ac:spMk id="4" creationId="{B3E48C99-1A92-71D2-82B2-727B69BBC91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9364359" sldId="412"/>
            <ac:spMk id="5" creationId="{80E838E9-378D-CCBB-5CA5-0122AF0C5A70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7" creationId="{1EAB8182-26B4-550D-0E10-E4C4FA0FAFCB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219364359" sldId="412"/>
            <ac:spMk id="10" creationId="{F68286E4-32DC-2495-A8A2-C2126BA61107}"/>
          </ac:spMkLst>
        </pc:spChg>
        <pc:spChg chg="mod">
          <ac:chgData name="Luis Carlos Guevara Hernandez" userId="946bcc4c-b146-4724-978c-751fab731e0a" providerId="ADAL" clId="{E8E95438-7D72-4151-95E2-CCAFE31D1FDF}" dt="2026-02-15T19:22:14.473" v="1626"/>
          <ac:spMkLst>
            <pc:docMk/>
            <pc:sldMk cId="219364359" sldId="412"/>
            <ac:spMk id="12" creationId="{1660A0C0-CA09-A01A-31DF-84EA047F567B}"/>
          </ac:spMkLst>
        </pc:spChg>
        <pc:spChg chg="mod">
          <ac:chgData name="Luis Carlos Guevara Hernandez" userId="946bcc4c-b146-4724-978c-751fab731e0a" providerId="ADAL" clId="{E8E95438-7D72-4151-95E2-CCAFE31D1FDF}" dt="2026-02-15T19:21:09.698" v="1617"/>
          <ac:spMkLst>
            <pc:docMk/>
            <pc:sldMk cId="219364359" sldId="412"/>
            <ac:spMk id="17" creationId="{746DBAD3-F18A-4608-7A75-1CDCAE80A6AB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19" creationId="{85FF9C47-0BAC-C2B6-E877-9EB65D8DF8C8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20" creationId="{0D0D6F40-CF12-C138-CF5C-125B57B7B35A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22" creationId="{A41C2C66-ACBD-AD83-9B5D-D41D80D53606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23" creationId="{20F62D9F-4A69-CC4B-EB0B-C4E3F8BB0E93}"/>
          </ac:spMkLst>
        </pc:spChg>
        <pc:spChg chg="mod">
          <ac:chgData name="Luis Carlos Guevara Hernandez" userId="946bcc4c-b146-4724-978c-751fab731e0a" providerId="ADAL" clId="{E8E95438-7D72-4151-95E2-CCAFE31D1FDF}" dt="2026-02-15T19:23:31.920" v="1643" actId="1076"/>
          <ac:spMkLst>
            <pc:docMk/>
            <pc:sldMk cId="219364359" sldId="412"/>
            <ac:spMk id="24" creationId="{A1B6F797-49A1-E95A-14CE-E1252F8E7B92}"/>
          </ac:spMkLst>
        </pc:spChg>
        <pc:spChg chg="mod">
          <ac:chgData name="Luis Carlos Guevara Hernandez" userId="946bcc4c-b146-4724-978c-751fab731e0a" providerId="ADAL" clId="{E8E95438-7D72-4151-95E2-CCAFE31D1FDF}" dt="2026-02-15T19:21:09.698" v="1617"/>
          <ac:spMkLst>
            <pc:docMk/>
            <pc:sldMk cId="219364359" sldId="412"/>
            <ac:spMk id="25" creationId="{0B1B573E-4A64-18E7-CC79-E65B782EF276}"/>
          </ac:spMkLst>
        </pc:spChg>
        <pc:spChg chg="mod">
          <ac:chgData name="Luis Carlos Guevara Hernandez" userId="946bcc4c-b146-4724-978c-751fab731e0a" providerId="ADAL" clId="{E8E95438-7D72-4151-95E2-CCAFE31D1FDF}" dt="2026-02-15T19:21:09.698" v="1617"/>
          <ac:spMkLst>
            <pc:docMk/>
            <pc:sldMk cId="219364359" sldId="412"/>
            <ac:spMk id="26" creationId="{89480579-B404-03E2-E4B5-2BEDB739A611}"/>
          </ac:spMkLst>
        </pc:spChg>
        <pc:spChg chg="mod">
          <ac:chgData name="Luis Carlos Guevara Hernandez" userId="946bcc4c-b146-4724-978c-751fab731e0a" providerId="ADAL" clId="{E8E95438-7D72-4151-95E2-CCAFE31D1FDF}" dt="2026-02-15T19:22:08.788" v="1624" actId="14100"/>
          <ac:spMkLst>
            <pc:docMk/>
            <pc:sldMk cId="219364359" sldId="412"/>
            <ac:spMk id="36" creationId="{1D4FF451-9046-0CF1-9702-2184FEB8E16A}"/>
          </ac:spMkLst>
        </pc:spChg>
        <pc:grpChg chg="add mod">
          <ac:chgData name="Luis Carlos Guevara Hernandez" userId="946bcc4c-b146-4724-978c-751fab731e0a" providerId="ADAL" clId="{E8E95438-7D72-4151-95E2-CCAFE31D1FDF}" dt="2026-02-15T19:23:39.072" v="1644" actId="1076"/>
          <ac:grpSpMkLst>
            <pc:docMk/>
            <pc:sldMk cId="219364359" sldId="412"/>
            <ac:grpSpMk id="16" creationId="{549305B0-4F98-AA83-5762-B54196250B86}"/>
          </ac:grpSpMkLst>
        </pc:grpChg>
        <pc:picChg chg="mod">
          <ac:chgData name="Luis Carlos Guevara Hernandez" userId="946bcc4c-b146-4724-978c-751fab731e0a" providerId="ADAL" clId="{E8E95438-7D72-4151-95E2-CCAFE31D1FDF}" dt="2026-02-15T19:21:09.698" v="1617"/>
          <ac:picMkLst>
            <pc:docMk/>
            <pc:sldMk cId="219364359" sldId="412"/>
            <ac:picMk id="31" creationId="{E84DD280-BEDE-696E-5774-8A545230E6AD}"/>
          </ac:picMkLst>
        </pc:picChg>
      </pc:sldChg>
      <pc:sldChg chg="addSp modSp mod setBg">
        <pc:chgData name="Luis Carlos Guevara Hernandez" userId="946bcc4c-b146-4724-978c-751fab731e0a" providerId="ADAL" clId="{E8E95438-7D72-4151-95E2-CCAFE31D1FDF}" dt="2026-02-15T19:46:00.299" v="1976" actId="207"/>
        <pc:sldMkLst>
          <pc:docMk/>
          <pc:sldMk cId="3324064273" sldId="415"/>
        </pc:sldMkLst>
        <pc:spChg chg="add mod">
          <ac:chgData name="Luis Carlos Guevara Hernandez" userId="946bcc4c-b146-4724-978c-751fab731e0a" providerId="ADAL" clId="{E8E95438-7D72-4151-95E2-CCAFE31D1FDF}" dt="2026-02-15T19:24:27.759" v="1652" actId="207"/>
          <ac:spMkLst>
            <pc:docMk/>
            <pc:sldMk cId="3324064273" sldId="415"/>
            <ac:spMk id="2" creationId="{C92DCC5D-74C9-62BB-60E9-35A8C796DA99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3324064273" sldId="415"/>
            <ac:spMk id="4" creationId="{F225E396-322C-B97C-C010-AD8717EA4FAE}"/>
          </ac:spMkLst>
        </pc:spChg>
        <pc:spChg chg="mod">
          <ac:chgData name="Luis Carlos Guevara Hernandez" userId="946bcc4c-b146-4724-978c-751fab731e0a" providerId="ADAL" clId="{E8E95438-7D72-4151-95E2-CCAFE31D1FDF}" dt="2026-02-15T19:46:00.299" v="1976" actId="207"/>
          <ac:spMkLst>
            <pc:docMk/>
            <pc:sldMk cId="3324064273" sldId="415"/>
            <ac:spMk id="5" creationId="{67DAFA0B-1400-CACF-E1B1-64DF23F4D3C2}"/>
          </ac:spMkLst>
        </pc:spChg>
        <pc:spChg chg="mod">
          <ac:chgData name="Luis Carlos Guevara Hernandez" userId="946bcc4c-b146-4724-978c-751fab731e0a" providerId="ADAL" clId="{E8E95438-7D72-4151-95E2-CCAFE31D1FDF}" dt="2026-02-15T19:46:00.299" v="1976" actId="207"/>
          <ac:spMkLst>
            <pc:docMk/>
            <pc:sldMk cId="3324064273" sldId="415"/>
            <ac:spMk id="10" creationId="{47D5339D-9841-7B1B-8FEC-F9C82503AC4E}"/>
          </ac:spMkLst>
        </pc:spChg>
        <pc:spChg chg="mod">
          <ac:chgData name="Luis Carlos Guevara Hernandez" userId="946bcc4c-b146-4724-978c-751fab731e0a" providerId="ADAL" clId="{E8E95438-7D72-4151-95E2-CCAFE31D1FDF}" dt="2026-02-15T19:25:09.132" v="1715" actId="20577"/>
          <ac:spMkLst>
            <pc:docMk/>
            <pc:sldMk cId="3324064273" sldId="415"/>
            <ac:spMk id="16" creationId="{8C9B1ADD-B02B-D687-7CFB-9A1F5F218BB3}"/>
          </ac:spMkLst>
        </pc:spChg>
        <pc:spChg chg="mod">
          <ac:chgData name="Luis Carlos Guevara Hernandez" userId="946bcc4c-b146-4724-978c-751fab731e0a" providerId="ADAL" clId="{E8E95438-7D72-4151-95E2-CCAFE31D1FDF}" dt="2026-02-15T19:24:45.718" v="1667" actId="207"/>
          <ac:spMkLst>
            <pc:docMk/>
            <pc:sldMk cId="3324064273" sldId="415"/>
            <ac:spMk id="17" creationId="{82438206-3F31-33C6-7FE8-70EDCAF03061}"/>
          </ac:spMkLst>
        </pc:spChg>
        <pc:spChg chg="mod">
          <ac:chgData name="Luis Carlos Guevara Hernandez" userId="946bcc4c-b146-4724-978c-751fab731e0a" providerId="ADAL" clId="{E8E95438-7D72-4151-95E2-CCAFE31D1FDF}" dt="2026-02-15T19:26:08.455" v="1764" actId="207"/>
          <ac:spMkLst>
            <pc:docMk/>
            <pc:sldMk cId="3324064273" sldId="415"/>
            <ac:spMk id="21" creationId="{54102F7F-394A-14DB-3DD3-A801DD6FEFB4}"/>
          </ac:spMkLst>
        </pc:spChg>
        <pc:spChg chg="mod">
          <ac:chgData name="Luis Carlos Guevara Hernandez" userId="946bcc4c-b146-4724-978c-751fab731e0a" providerId="ADAL" clId="{E8E95438-7D72-4151-95E2-CCAFE31D1FDF}" dt="2026-02-15T19:26:08.455" v="1764" actId="207"/>
          <ac:spMkLst>
            <pc:docMk/>
            <pc:sldMk cId="3324064273" sldId="415"/>
            <ac:spMk id="22" creationId="{CE7E725F-E792-2D79-402A-5305C2C0EC83}"/>
          </ac:spMkLst>
        </pc:spChg>
        <pc:spChg chg="mod">
          <ac:chgData name="Luis Carlos Guevara Hernandez" userId="946bcc4c-b146-4724-978c-751fab731e0a" providerId="ADAL" clId="{E8E95438-7D72-4151-95E2-CCAFE31D1FDF}" dt="2026-02-15T19:26:38.967" v="1787" actId="207"/>
          <ac:spMkLst>
            <pc:docMk/>
            <pc:sldMk cId="3324064273" sldId="415"/>
            <ac:spMk id="28" creationId="{F312C13F-8A37-3593-44C3-BDB66C70E83D}"/>
          </ac:spMkLst>
        </pc:spChg>
        <pc:spChg chg="mod">
          <ac:chgData name="Luis Carlos Guevara Hernandez" userId="946bcc4c-b146-4724-978c-751fab731e0a" providerId="ADAL" clId="{E8E95438-7D72-4151-95E2-CCAFE31D1FDF}" dt="2026-02-15T19:26:38.967" v="1787" actId="207"/>
          <ac:spMkLst>
            <pc:docMk/>
            <pc:sldMk cId="3324064273" sldId="415"/>
            <ac:spMk id="33" creationId="{6A5E583A-F973-397F-E68D-42A11C8DA3CC}"/>
          </ac:spMkLst>
        </pc:spChg>
        <pc:spChg chg="mod">
          <ac:chgData name="Luis Carlos Guevara Hernandez" userId="946bcc4c-b146-4724-978c-751fab731e0a" providerId="ADAL" clId="{E8E95438-7D72-4151-95E2-CCAFE31D1FDF}" dt="2026-02-15T19:26:38.967" v="1787" actId="207"/>
          <ac:spMkLst>
            <pc:docMk/>
            <pc:sldMk cId="3324064273" sldId="415"/>
            <ac:spMk id="34" creationId="{DF0E40C8-9F7E-5494-929B-32CC1A0B0F0E}"/>
          </ac:spMkLst>
        </pc:spChg>
        <pc:spChg chg="mod">
          <ac:chgData name="Luis Carlos Guevara Hernandez" userId="946bcc4c-b146-4724-978c-751fab731e0a" providerId="ADAL" clId="{E8E95438-7D72-4151-95E2-CCAFE31D1FDF}" dt="2026-02-15T19:24:41.929" v="1666" actId="207"/>
          <ac:spMkLst>
            <pc:docMk/>
            <pc:sldMk cId="3324064273" sldId="415"/>
            <ac:spMk id="36" creationId="{CF59DE85-AB1C-DE3B-676A-1C5B124605F0}"/>
          </ac:spMkLst>
        </pc:spChg>
      </pc:sldChg>
      <pc:sldChg chg="delSp modSp mod">
        <pc:chgData name="Luis Carlos Guevara Hernandez" userId="946bcc4c-b146-4724-978c-751fab731e0a" providerId="ADAL" clId="{E8E95438-7D72-4151-95E2-CCAFE31D1FDF}" dt="2026-02-15T19:36:30.564" v="1832" actId="14100"/>
        <pc:sldMkLst>
          <pc:docMk/>
          <pc:sldMk cId="4009143423" sldId="416"/>
        </pc:sldMkLst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4009143423" sldId="416"/>
            <ac:spMk id="4" creationId="{6912E829-6CCD-E497-E225-F6A2806675CE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009143423" sldId="416"/>
            <ac:spMk id="5" creationId="{B36EB154-6F04-F615-8FB3-E5F793DFE36B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009143423" sldId="416"/>
            <ac:spMk id="10" creationId="{114F8192-50F2-5764-7994-137D8FAE95FB}"/>
          </ac:spMkLst>
        </pc:spChg>
        <pc:spChg chg="mod">
          <ac:chgData name="Luis Carlos Guevara Hernandez" userId="946bcc4c-b146-4724-978c-751fab731e0a" providerId="ADAL" clId="{E8E95438-7D72-4151-95E2-CCAFE31D1FDF}" dt="2026-02-15T19:33:31.181" v="1792" actId="14100"/>
          <ac:spMkLst>
            <pc:docMk/>
            <pc:sldMk cId="4009143423" sldId="416"/>
            <ac:spMk id="12" creationId="{A6A6F71C-372F-8165-39B6-0D80B309FE67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009143423" sldId="416"/>
            <ac:spMk id="13" creationId="{A55F196C-4B66-5959-5CBF-FD2E344FA365}"/>
          </ac:spMkLst>
        </pc:spChg>
        <pc:spChg chg="mod">
          <ac:chgData name="Luis Carlos Guevara Hernandez" userId="946bcc4c-b146-4724-978c-751fab731e0a" providerId="ADAL" clId="{E8E95438-7D72-4151-95E2-CCAFE31D1FDF}" dt="2026-02-15T19:34:10.532" v="1798" actId="403"/>
          <ac:spMkLst>
            <pc:docMk/>
            <pc:sldMk cId="4009143423" sldId="416"/>
            <ac:spMk id="24" creationId="{B59B6882-B482-0683-AAC0-31528A1A6E84}"/>
          </ac:spMkLst>
        </pc:spChg>
        <pc:spChg chg="mod">
          <ac:chgData name="Luis Carlos Guevara Hernandez" userId="946bcc4c-b146-4724-978c-751fab731e0a" providerId="ADAL" clId="{E8E95438-7D72-4151-95E2-CCAFE31D1FDF}" dt="2026-02-15T19:33:19.867" v="1790" actId="207"/>
          <ac:spMkLst>
            <pc:docMk/>
            <pc:sldMk cId="4009143423" sldId="416"/>
            <ac:spMk id="36" creationId="{620C0D8B-8536-DB5E-B4BF-171700CDB16C}"/>
          </ac:spMkLst>
        </pc:spChg>
        <pc:spChg chg="mod">
          <ac:chgData name="Luis Carlos Guevara Hernandez" userId="946bcc4c-b146-4724-978c-751fab731e0a" providerId="ADAL" clId="{E8E95438-7D72-4151-95E2-CCAFE31D1FDF}" dt="2026-02-15T19:36:27.919" v="1831" actId="1076"/>
          <ac:spMkLst>
            <pc:docMk/>
            <pc:sldMk cId="4009143423" sldId="416"/>
            <ac:spMk id="37" creationId="{875AFE43-581F-78FE-6CF6-48C0229E0564}"/>
          </ac:spMkLst>
        </pc:spChg>
        <pc:spChg chg="mod">
          <ac:chgData name="Luis Carlos Guevara Hernandez" userId="946bcc4c-b146-4724-978c-751fab731e0a" providerId="ADAL" clId="{E8E95438-7D72-4151-95E2-CCAFE31D1FDF}" dt="2026-02-15T19:36:27.919" v="1831" actId="1076"/>
          <ac:spMkLst>
            <pc:docMk/>
            <pc:sldMk cId="4009143423" sldId="416"/>
            <ac:spMk id="38" creationId="{E731438D-2190-7CE0-FA17-E200B780A579}"/>
          </ac:spMkLst>
        </pc:spChg>
        <pc:spChg chg="mod">
          <ac:chgData name="Luis Carlos Guevara Hernandez" userId="946bcc4c-b146-4724-978c-751fab731e0a" providerId="ADAL" clId="{E8E95438-7D72-4151-95E2-CCAFE31D1FDF}" dt="2026-02-15T19:35:32.102" v="1822" actId="20577"/>
          <ac:spMkLst>
            <pc:docMk/>
            <pc:sldMk cId="4009143423" sldId="416"/>
            <ac:spMk id="40" creationId="{677E4E6D-1DF2-85E5-EEE4-F236BAB16D89}"/>
          </ac:spMkLst>
        </pc:spChg>
        <pc:spChg chg="mod">
          <ac:chgData name="Luis Carlos Guevara Hernandez" userId="946bcc4c-b146-4724-978c-751fab731e0a" providerId="ADAL" clId="{E8E95438-7D72-4151-95E2-CCAFE31D1FDF}" dt="2026-02-15T19:36:30.564" v="1832" actId="14100"/>
          <ac:spMkLst>
            <pc:docMk/>
            <pc:sldMk cId="4009143423" sldId="416"/>
            <ac:spMk id="41" creationId="{73C9D311-DBA1-01B3-811C-DF76D62754AA}"/>
          </ac:spMkLst>
        </pc:spChg>
        <pc:spChg chg="mod">
          <ac:chgData name="Luis Carlos Guevara Hernandez" userId="946bcc4c-b146-4724-978c-751fab731e0a" providerId="ADAL" clId="{E8E95438-7D72-4151-95E2-CCAFE31D1FDF}" dt="2026-02-15T19:36:06.534" v="1830" actId="13926"/>
          <ac:spMkLst>
            <pc:docMk/>
            <pc:sldMk cId="4009143423" sldId="416"/>
            <ac:spMk id="42" creationId="{C85F5A51-DC45-8B00-FB27-BEB54174E500}"/>
          </ac:spMkLst>
        </pc:spChg>
      </pc:sldChg>
      <pc:sldChg chg="addSp delSp modSp mod delAnim modAnim">
        <pc:chgData name="Luis Carlos Guevara Hernandez" userId="946bcc4c-b146-4724-978c-751fab731e0a" providerId="ADAL" clId="{E8E95438-7D72-4151-95E2-CCAFE31D1FDF}" dt="2026-02-15T19:39:45.417" v="1878" actId="1076"/>
        <pc:sldMkLst>
          <pc:docMk/>
          <pc:sldMk cId="3335964274" sldId="417"/>
        </pc:sldMkLst>
        <pc:spChg chg="add mod">
          <ac:chgData name="Luis Carlos Guevara Hernandez" userId="946bcc4c-b146-4724-978c-751fab731e0a" providerId="ADAL" clId="{E8E95438-7D72-4151-95E2-CCAFE31D1FDF}" dt="2026-02-15T19:36:51.031" v="1840" actId="20577"/>
          <ac:spMkLst>
            <pc:docMk/>
            <pc:sldMk cId="3335964274" sldId="417"/>
            <ac:spMk id="2" creationId="{C94770FA-D9B5-CA5B-6B76-EE7E0A735A53}"/>
          </ac:spMkLst>
        </pc:spChg>
        <pc:spChg chg="mod">
          <ac:chgData name="Luis Carlos Guevara Hernandez" userId="946bcc4c-b146-4724-978c-751fab731e0a" providerId="ADAL" clId="{E8E95438-7D72-4151-95E2-CCAFE31D1FDF}" dt="2026-02-15T19:39:45.417" v="1878" actId="1076"/>
          <ac:spMkLst>
            <pc:docMk/>
            <pc:sldMk cId="3335964274" sldId="417"/>
            <ac:spMk id="3" creationId="{5A57BBDD-0D74-0EB2-1335-FCFEC185951C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3335964274" sldId="417"/>
            <ac:spMk id="4" creationId="{FCD62746-B878-BA68-2FA7-D38FC8BC337D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335964274" sldId="417"/>
            <ac:spMk id="5" creationId="{49A6E5AD-172D-6CC3-4366-0AEFB5B5A583}"/>
          </ac:spMkLst>
        </pc:spChg>
        <pc:spChg chg="mod">
          <ac:chgData name="Luis Carlos Guevara Hernandez" userId="946bcc4c-b146-4724-978c-751fab731e0a" providerId="ADAL" clId="{E8E95438-7D72-4151-95E2-CCAFE31D1FDF}" dt="2026-02-15T19:38:16.591" v="1853" actId="108"/>
          <ac:spMkLst>
            <pc:docMk/>
            <pc:sldMk cId="3335964274" sldId="417"/>
            <ac:spMk id="6" creationId="{F86B8E7C-4666-C833-318E-4C5A8AD3023A}"/>
          </ac:spMkLst>
        </pc:spChg>
        <pc:spChg chg="mod">
          <ac:chgData name="Luis Carlos Guevara Hernandez" userId="946bcc4c-b146-4724-978c-751fab731e0a" providerId="ADAL" clId="{E8E95438-7D72-4151-95E2-CCAFE31D1FDF}" dt="2026-02-15T19:39:45.417" v="1878" actId="1076"/>
          <ac:spMkLst>
            <pc:docMk/>
            <pc:sldMk cId="3335964274" sldId="417"/>
            <ac:spMk id="7" creationId="{37804D04-1B26-5A12-C4A4-55F6E6254DE9}"/>
          </ac:spMkLst>
        </pc:spChg>
        <pc:spChg chg="mod">
          <ac:chgData name="Luis Carlos Guevara Hernandez" userId="946bcc4c-b146-4724-978c-751fab731e0a" providerId="ADAL" clId="{E8E95438-7D72-4151-95E2-CCAFE31D1FDF}" dt="2026-02-15T19:39:45.417" v="1878" actId="1076"/>
          <ac:spMkLst>
            <pc:docMk/>
            <pc:sldMk cId="3335964274" sldId="417"/>
            <ac:spMk id="8" creationId="{47055715-3D8F-3CB9-8506-21F3638F7A62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335964274" sldId="417"/>
            <ac:spMk id="10" creationId="{5726595B-1A64-DF0F-203B-D88D48A61D53}"/>
          </ac:spMkLst>
        </pc:spChg>
        <pc:spChg chg="mod">
          <ac:chgData name="Luis Carlos Guevara Hernandez" userId="946bcc4c-b146-4724-978c-751fab731e0a" providerId="ADAL" clId="{E8E95438-7D72-4151-95E2-CCAFE31D1FDF}" dt="2026-02-15T19:39:45.417" v="1878" actId="1076"/>
          <ac:spMkLst>
            <pc:docMk/>
            <pc:sldMk cId="3335964274" sldId="417"/>
            <ac:spMk id="14" creationId="{70DEA4AC-A26F-27D2-2B69-20FC8A799F0D}"/>
          </ac:spMkLst>
        </pc:spChg>
        <pc:spChg chg="add mod">
          <ac:chgData name="Luis Carlos Guevara Hernandez" userId="946bcc4c-b146-4724-978c-751fab731e0a" providerId="ADAL" clId="{E8E95438-7D72-4151-95E2-CCAFE31D1FDF}" dt="2026-02-15T19:37:00.960" v="1842"/>
          <ac:spMkLst>
            <pc:docMk/>
            <pc:sldMk cId="3335964274" sldId="417"/>
            <ac:spMk id="15" creationId="{7A78F284-6408-02DB-9CF3-ECD412F41996}"/>
          </ac:spMkLst>
        </pc:spChg>
        <pc:spChg chg="mod">
          <ac:chgData name="Luis Carlos Guevara Hernandez" userId="946bcc4c-b146-4724-978c-751fab731e0a" providerId="ADAL" clId="{E8E95438-7D72-4151-95E2-CCAFE31D1FDF}" dt="2026-02-15T19:37:00.960" v="1842"/>
          <ac:spMkLst>
            <pc:docMk/>
            <pc:sldMk cId="3335964274" sldId="417"/>
            <ac:spMk id="17" creationId="{3E7D390B-BBEE-118C-04CB-950DCADF4A6D}"/>
          </ac:spMkLst>
        </pc:spChg>
        <pc:spChg chg="mod">
          <ac:chgData name="Luis Carlos Guevara Hernandez" userId="946bcc4c-b146-4724-978c-751fab731e0a" providerId="ADAL" clId="{E8E95438-7D72-4151-95E2-CCAFE31D1FDF}" dt="2026-02-15T19:37:00.960" v="1842"/>
          <ac:spMkLst>
            <pc:docMk/>
            <pc:sldMk cId="3335964274" sldId="417"/>
            <ac:spMk id="18" creationId="{1AF938C8-6E4D-E059-39AA-940ABB5EFB67}"/>
          </ac:spMkLst>
        </pc:spChg>
        <pc:spChg chg="add mod">
          <ac:chgData name="Luis Carlos Guevara Hernandez" userId="946bcc4c-b146-4724-978c-751fab731e0a" providerId="ADAL" clId="{E8E95438-7D72-4151-95E2-CCAFE31D1FDF}" dt="2026-02-15T19:37:36.046" v="1844"/>
          <ac:spMkLst>
            <pc:docMk/>
            <pc:sldMk cId="3335964274" sldId="417"/>
            <ac:spMk id="19" creationId="{4082EF81-E5E0-CD15-44A8-84EA5949694E}"/>
          </ac:spMkLst>
        </pc:spChg>
        <pc:spChg chg="mod">
          <ac:chgData name="Luis Carlos Guevara Hernandez" userId="946bcc4c-b146-4724-978c-751fab731e0a" providerId="ADAL" clId="{E8E95438-7D72-4151-95E2-CCAFE31D1FDF}" dt="2026-02-15T19:38:04.649" v="1852" actId="13926"/>
          <ac:spMkLst>
            <pc:docMk/>
            <pc:sldMk cId="3335964274" sldId="417"/>
            <ac:spMk id="38" creationId="{E16D559A-FA32-2F2F-18E4-FD4A727561EE}"/>
          </ac:spMkLst>
        </pc:spChg>
        <pc:grpChg chg="add mod">
          <ac:chgData name="Luis Carlos Guevara Hernandez" userId="946bcc4c-b146-4724-978c-751fab731e0a" providerId="ADAL" clId="{E8E95438-7D72-4151-95E2-CCAFE31D1FDF}" dt="2026-02-15T19:37:00.960" v="1842"/>
          <ac:grpSpMkLst>
            <pc:docMk/>
            <pc:sldMk cId="3335964274" sldId="417"/>
            <ac:grpSpMk id="16" creationId="{97DF9A31-5C7C-5AF2-CA5C-6D6C54BFACA6}"/>
          </ac:grpSpMkLst>
        </pc:grpChg>
      </pc:sldChg>
      <pc:sldChg chg="addSp delSp modSp mod delAnim modAnim">
        <pc:chgData name="Luis Carlos Guevara Hernandez" userId="946bcc4c-b146-4724-978c-751fab731e0a" providerId="ADAL" clId="{E8E95438-7D72-4151-95E2-CCAFE31D1FDF}" dt="2026-02-15T19:45:26.472" v="1968" actId="1076"/>
        <pc:sldMkLst>
          <pc:docMk/>
          <pc:sldMk cId="1303194307" sldId="419"/>
        </pc:sldMkLst>
        <pc:spChg chg="add mod">
          <ac:chgData name="Luis Carlos Guevara Hernandez" userId="946bcc4c-b146-4724-978c-751fab731e0a" providerId="ADAL" clId="{E8E95438-7D72-4151-95E2-CCAFE31D1FDF}" dt="2026-02-15T19:41:22.838" v="1917" actId="20577"/>
          <ac:spMkLst>
            <pc:docMk/>
            <pc:sldMk cId="1303194307" sldId="419"/>
            <ac:spMk id="3" creationId="{CCE6A8F0-7B68-5D2C-CF69-E1DC57D8ABCE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1303194307" sldId="419"/>
            <ac:spMk id="4" creationId="{8427161E-2277-8938-BF4A-8A555E653981}"/>
          </ac:spMkLst>
        </pc:spChg>
        <pc:spChg chg="add mod">
          <ac:chgData name="Luis Carlos Guevara Hernandez" userId="946bcc4c-b146-4724-978c-751fab731e0a" providerId="ADAL" clId="{E8E95438-7D72-4151-95E2-CCAFE31D1FDF}" dt="2026-02-15T19:41:18.364" v="1915"/>
          <ac:spMkLst>
            <pc:docMk/>
            <pc:sldMk cId="1303194307" sldId="419"/>
            <ac:spMk id="6" creationId="{917CD983-1546-61E5-4CAB-98571CF5C6EB}"/>
          </ac:spMkLst>
        </pc:spChg>
        <pc:spChg chg="mod">
          <ac:chgData name="Luis Carlos Guevara Hernandez" userId="946bcc4c-b146-4724-978c-751fab731e0a" providerId="ADAL" clId="{E8E95438-7D72-4151-95E2-CCAFE31D1FDF}" dt="2026-02-15T19:41:18.364" v="1915"/>
          <ac:spMkLst>
            <pc:docMk/>
            <pc:sldMk cId="1303194307" sldId="419"/>
            <ac:spMk id="8" creationId="{04359599-D96A-1B93-191B-9E8B26A2D22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303194307" sldId="419"/>
            <ac:spMk id="10" creationId="{2CD08416-8610-0667-4340-C891C319371D}"/>
          </ac:spMkLst>
        </pc:spChg>
        <pc:spChg chg="mod">
          <ac:chgData name="Luis Carlos Guevara Hernandez" userId="946bcc4c-b146-4724-978c-751fab731e0a" providerId="ADAL" clId="{E8E95438-7D72-4151-95E2-CCAFE31D1FDF}" dt="2026-02-15T19:40:33.794" v="1905" actId="207"/>
          <ac:spMkLst>
            <pc:docMk/>
            <pc:sldMk cId="1303194307" sldId="419"/>
            <ac:spMk id="17" creationId="{11A3D2FF-E2F6-2EAD-5AB3-0357F48994FB}"/>
          </ac:spMkLst>
        </pc:spChg>
        <pc:spChg chg="mod">
          <ac:chgData name="Luis Carlos Guevara Hernandez" userId="946bcc4c-b146-4724-978c-751fab731e0a" providerId="ADAL" clId="{E8E95438-7D72-4151-95E2-CCAFE31D1FDF}" dt="2026-02-15T19:40:44.922" v="1907" actId="1076"/>
          <ac:spMkLst>
            <pc:docMk/>
            <pc:sldMk cId="1303194307" sldId="419"/>
            <ac:spMk id="18" creationId="{95FFAF9F-DEC8-BC7D-20EF-CF3575F6A131}"/>
          </ac:spMkLst>
        </pc:spChg>
        <pc:spChg chg="mod">
          <ac:chgData name="Luis Carlos Guevara Hernandez" userId="946bcc4c-b146-4724-978c-751fab731e0a" providerId="ADAL" clId="{E8E95438-7D72-4151-95E2-CCAFE31D1FDF}" dt="2026-02-15T19:40:27.694" v="1904" actId="207"/>
          <ac:spMkLst>
            <pc:docMk/>
            <pc:sldMk cId="1303194307" sldId="419"/>
            <ac:spMk id="19" creationId="{ECA5B16C-A9DB-F597-D1CE-36FB618E1F12}"/>
          </ac:spMkLst>
        </pc:spChg>
        <pc:spChg chg="mod">
          <ac:chgData name="Luis Carlos Guevara Hernandez" userId="946bcc4c-b146-4724-978c-751fab731e0a" providerId="ADAL" clId="{E8E95438-7D72-4151-95E2-CCAFE31D1FDF}" dt="2026-02-15T19:41:18.364" v="1915"/>
          <ac:spMkLst>
            <pc:docMk/>
            <pc:sldMk cId="1303194307" sldId="419"/>
            <ac:spMk id="20" creationId="{75FA9C02-162C-6B41-7C30-CE3E1BF6CE70}"/>
          </ac:spMkLst>
        </pc:spChg>
        <pc:spChg chg="add mod">
          <ac:chgData name="Luis Carlos Guevara Hernandez" userId="946bcc4c-b146-4724-978c-751fab731e0a" providerId="ADAL" clId="{E8E95438-7D72-4151-95E2-CCAFE31D1FDF}" dt="2026-02-15T19:41:18.364" v="1915"/>
          <ac:spMkLst>
            <pc:docMk/>
            <pc:sldMk cId="1303194307" sldId="419"/>
            <ac:spMk id="21" creationId="{9DC4F3C1-CD4C-81AF-8B31-9B749C791251}"/>
          </ac:spMkLst>
        </pc:spChg>
        <pc:spChg chg="mod">
          <ac:chgData name="Luis Carlos Guevara Hernandez" userId="946bcc4c-b146-4724-978c-751fab731e0a" providerId="ADAL" clId="{E8E95438-7D72-4151-95E2-CCAFE31D1FDF}" dt="2026-02-15T19:45:26.472" v="1968" actId="1076"/>
          <ac:spMkLst>
            <pc:docMk/>
            <pc:sldMk cId="1303194307" sldId="419"/>
            <ac:spMk id="23" creationId="{0BF2E18D-E5F8-2FE5-04FC-E5A3F9D564F9}"/>
          </ac:spMkLst>
        </pc:spChg>
        <pc:spChg chg="mod">
          <ac:chgData name="Luis Carlos Guevara Hernandez" userId="946bcc4c-b146-4724-978c-751fab731e0a" providerId="ADAL" clId="{E8E95438-7D72-4151-95E2-CCAFE31D1FDF}" dt="2026-02-15T19:42:41.825" v="1932" actId="404"/>
          <ac:spMkLst>
            <pc:docMk/>
            <pc:sldMk cId="1303194307" sldId="419"/>
            <ac:spMk id="25" creationId="{DB86733A-20B3-3AB5-AA90-CDDAE59984DE}"/>
          </ac:spMkLst>
        </pc:spChg>
        <pc:spChg chg="mod">
          <ac:chgData name="Luis Carlos Guevara Hernandez" userId="946bcc4c-b146-4724-978c-751fab731e0a" providerId="ADAL" clId="{E8E95438-7D72-4151-95E2-CCAFE31D1FDF}" dt="2026-02-15T19:42:59.052" v="1935" actId="20577"/>
          <ac:spMkLst>
            <pc:docMk/>
            <pc:sldMk cId="1303194307" sldId="419"/>
            <ac:spMk id="26" creationId="{EDBEF0EF-77B1-5800-58EC-5F72CC7DA9FC}"/>
          </ac:spMkLst>
        </pc:spChg>
        <pc:spChg chg="mod">
          <ac:chgData name="Luis Carlos Guevara Hernandez" userId="946bcc4c-b146-4724-978c-751fab731e0a" providerId="ADAL" clId="{E8E95438-7D72-4151-95E2-CCAFE31D1FDF}" dt="2026-02-15T19:43:11.410" v="1937" actId="404"/>
          <ac:spMkLst>
            <pc:docMk/>
            <pc:sldMk cId="1303194307" sldId="419"/>
            <ac:spMk id="27" creationId="{6987556D-A28E-9211-5235-D9B625DF9482}"/>
          </ac:spMkLst>
        </pc:spChg>
        <pc:spChg chg="mod">
          <ac:chgData name="Luis Carlos Guevara Hernandez" userId="946bcc4c-b146-4724-978c-751fab731e0a" providerId="ADAL" clId="{E8E95438-7D72-4151-95E2-CCAFE31D1FDF}" dt="2026-02-15T19:43:25.454" v="1939" actId="404"/>
          <ac:spMkLst>
            <pc:docMk/>
            <pc:sldMk cId="1303194307" sldId="419"/>
            <ac:spMk id="28" creationId="{C5AD828E-79AC-19F0-A6BD-961B6B16C4C8}"/>
          </ac:spMkLst>
        </pc:spChg>
        <pc:spChg chg="mod">
          <ac:chgData name="Luis Carlos Guevara Hernandez" userId="946bcc4c-b146-4724-978c-751fab731e0a" providerId="ADAL" clId="{E8E95438-7D72-4151-95E2-CCAFE31D1FDF}" dt="2026-02-15T19:41:04.511" v="1911" actId="113"/>
          <ac:spMkLst>
            <pc:docMk/>
            <pc:sldMk cId="1303194307" sldId="419"/>
            <ac:spMk id="32" creationId="{8BF3C44F-CBD0-736E-A93A-3122DF88DC8D}"/>
          </ac:spMkLst>
        </pc:spChg>
        <pc:spChg chg="mod">
          <ac:chgData name="Luis Carlos Guevara Hernandez" userId="946bcc4c-b146-4724-978c-751fab731e0a" providerId="ADAL" clId="{E8E95438-7D72-4151-95E2-CCAFE31D1FDF}" dt="2026-02-15T19:41:04.511" v="1911" actId="113"/>
          <ac:spMkLst>
            <pc:docMk/>
            <pc:sldMk cId="1303194307" sldId="419"/>
            <ac:spMk id="33" creationId="{F567347D-3A85-E027-2863-932BE27F52E6}"/>
          </ac:spMkLst>
        </pc:spChg>
        <pc:spChg chg="mod">
          <ac:chgData name="Luis Carlos Guevara Hernandez" userId="946bcc4c-b146-4724-978c-751fab731e0a" providerId="ADAL" clId="{E8E95438-7D72-4151-95E2-CCAFE31D1FDF}" dt="2026-02-15T19:41:04.511" v="1911" actId="113"/>
          <ac:spMkLst>
            <pc:docMk/>
            <pc:sldMk cId="1303194307" sldId="419"/>
            <ac:spMk id="34" creationId="{AC26F719-760E-992C-8840-4DD3B328721C}"/>
          </ac:spMkLst>
        </pc:spChg>
        <pc:spChg chg="mod">
          <ac:chgData name="Luis Carlos Guevara Hernandez" userId="946bcc4c-b146-4724-978c-751fab731e0a" providerId="ADAL" clId="{E8E95438-7D72-4151-95E2-CCAFE31D1FDF}" dt="2026-02-15T19:41:04.511" v="1911" actId="113"/>
          <ac:spMkLst>
            <pc:docMk/>
            <pc:sldMk cId="1303194307" sldId="419"/>
            <ac:spMk id="35" creationId="{1F00762B-DC08-A356-D403-E9BCE8B61987}"/>
          </ac:spMkLst>
        </pc:spChg>
        <pc:spChg chg="mod">
          <ac:chgData name="Luis Carlos Guevara Hernandez" userId="946bcc4c-b146-4724-978c-751fab731e0a" providerId="ADAL" clId="{E8E95438-7D72-4151-95E2-CCAFE31D1FDF}" dt="2026-02-15T19:42:01.162" v="1923" actId="13926"/>
          <ac:spMkLst>
            <pc:docMk/>
            <pc:sldMk cId="1303194307" sldId="419"/>
            <ac:spMk id="38" creationId="{2E981599-FB0D-9119-2688-B656B9E7E6A3}"/>
          </ac:spMkLst>
        </pc:spChg>
        <pc:spChg chg="mod">
          <ac:chgData name="Luis Carlos Guevara Hernandez" userId="946bcc4c-b146-4724-978c-751fab731e0a" providerId="ADAL" clId="{E8E95438-7D72-4151-95E2-CCAFE31D1FDF}" dt="2026-02-15T19:42:27.850" v="1930" actId="13926"/>
          <ac:spMkLst>
            <pc:docMk/>
            <pc:sldMk cId="1303194307" sldId="419"/>
            <ac:spMk id="40" creationId="{DBE0984D-AF79-EFE6-A752-F5E4464927B3}"/>
          </ac:spMkLst>
        </pc:spChg>
        <pc:spChg chg="mod">
          <ac:chgData name="Luis Carlos Guevara Hernandez" userId="946bcc4c-b146-4724-978c-751fab731e0a" providerId="ADAL" clId="{E8E95438-7D72-4151-95E2-CCAFE31D1FDF}" dt="2026-02-15T19:40:54.507" v="1909" actId="108"/>
          <ac:spMkLst>
            <pc:docMk/>
            <pc:sldMk cId="1303194307" sldId="419"/>
            <ac:spMk id="41" creationId="{A127DCC7-2777-EA8E-C3EE-0D8EAA965A09}"/>
          </ac:spMkLst>
        </pc:spChg>
        <pc:grpChg chg="add mod">
          <ac:chgData name="Luis Carlos Guevara Hernandez" userId="946bcc4c-b146-4724-978c-751fab731e0a" providerId="ADAL" clId="{E8E95438-7D72-4151-95E2-CCAFE31D1FDF}" dt="2026-02-15T19:41:18.364" v="1915"/>
          <ac:grpSpMkLst>
            <pc:docMk/>
            <pc:sldMk cId="1303194307" sldId="419"/>
            <ac:grpSpMk id="7" creationId="{66F2907A-8CF7-72B7-A4EF-6D21E950092E}"/>
          </ac:grpSpMkLst>
        </pc:grpChg>
        <pc:picChg chg="mod">
          <ac:chgData name="Luis Carlos Guevara Hernandez" userId="946bcc4c-b146-4724-978c-751fab731e0a" providerId="ADAL" clId="{E8E95438-7D72-4151-95E2-CCAFE31D1FDF}" dt="2026-02-15T19:40:47.819" v="1908" actId="207"/>
          <ac:picMkLst>
            <pc:docMk/>
            <pc:sldMk cId="1303194307" sldId="419"/>
            <ac:picMk id="16" creationId="{FCBD096B-4BFA-47F0-D0D4-A0F89FD1FADE}"/>
          </ac:picMkLst>
        </pc:picChg>
      </pc:sldChg>
      <pc:sldChg chg="addSp delSp modSp mod setBg delAnim modAnim">
        <pc:chgData name="Luis Carlos Guevara Hernandez" userId="946bcc4c-b146-4724-978c-751fab731e0a" providerId="ADAL" clId="{E8E95438-7D72-4151-95E2-CCAFE31D1FDF}" dt="2026-02-15T19:51:42.933" v="2113" actId="1076"/>
        <pc:sldMkLst>
          <pc:docMk/>
          <pc:sldMk cId="1054462300" sldId="423"/>
        </pc:sldMkLst>
        <pc:spChg chg="add mod">
          <ac:chgData name="Luis Carlos Guevara Hernandez" userId="946bcc4c-b146-4724-978c-751fab731e0a" providerId="ADAL" clId="{E8E95438-7D72-4151-95E2-CCAFE31D1FDF}" dt="2026-02-15T19:48:15.645" v="2069" actId="207"/>
          <ac:spMkLst>
            <pc:docMk/>
            <pc:sldMk cId="1054462300" sldId="423"/>
            <ac:spMk id="2" creationId="{70DDCCFC-78E8-DCC2-7108-872333593D2E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1054462300" sldId="423"/>
            <ac:spMk id="4" creationId="{4DA94344-1549-10B2-BD7D-12FD93BB4DEE}"/>
          </ac:spMkLst>
        </pc:spChg>
        <pc:spChg chg="mod">
          <ac:chgData name="Luis Carlos Guevara Hernandez" userId="946bcc4c-b146-4724-978c-751fab731e0a" providerId="ADAL" clId="{E8E95438-7D72-4151-95E2-CCAFE31D1FDF}" dt="2026-02-15T19:48:07.491" v="2067" actId="207"/>
          <ac:spMkLst>
            <pc:docMk/>
            <pc:sldMk cId="1054462300" sldId="423"/>
            <ac:spMk id="5" creationId="{2057104E-8218-19F3-1E1D-B17CD80F1B39}"/>
          </ac:spMkLst>
        </pc:spChg>
        <pc:spChg chg="mod">
          <ac:chgData name="Luis Carlos Guevara Hernandez" userId="946bcc4c-b146-4724-978c-751fab731e0a" providerId="ADAL" clId="{E8E95438-7D72-4151-95E2-CCAFE31D1FDF}" dt="2026-02-15T19:48:07.491" v="2067" actId="207"/>
          <ac:spMkLst>
            <pc:docMk/>
            <pc:sldMk cId="1054462300" sldId="423"/>
            <ac:spMk id="10" creationId="{1D0A2071-A26C-C1E4-5A27-5BEBE7202622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054462300" sldId="423"/>
            <ac:spMk id="11" creationId="{FB3958E9-4CA7-7AA3-E8DC-F27DCC1EFF0A}"/>
          </ac:spMkLst>
        </pc:spChg>
        <pc:spChg chg="mod">
          <ac:chgData name="Luis Carlos Guevara Hernandez" userId="946bcc4c-b146-4724-978c-751fab731e0a" providerId="ADAL" clId="{E8E95438-7D72-4151-95E2-CCAFE31D1FDF}" dt="2026-02-15T19:47:14.008" v="2046" actId="207"/>
          <ac:spMkLst>
            <pc:docMk/>
            <pc:sldMk cId="1054462300" sldId="423"/>
            <ac:spMk id="13" creationId="{B34E5597-8260-E831-2DDE-499E63EF6C32}"/>
          </ac:spMkLst>
        </pc:spChg>
        <pc:spChg chg="mod">
          <ac:chgData name="Luis Carlos Guevara Hernandez" userId="946bcc4c-b146-4724-978c-751fab731e0a" providerId="ADAL" clId="{E8E95438-7D72-4151-95E2-CCAFE31D1FDF}" dt="2026-02-15T19:46:55.146" v="2028" actId="207"/>
          <ac:spMkLst>
            <pc:docMk/>
            <pc:sldMk cId="1054462300" sldId="423"/>
            <ac:spMk id="14" creationId="{1DDEB8FA-BA3D-891D-9957-A1C6AC016E88}"/>
          </ac:spMkLst>
        </pc:spChg>
        <pc:spChg chg="mod">
          <ac:chgData name="Luis Carlos Guevara Hernandez" userId="946bcc4c-b146-4724-978c-751fab731e0a" providerId="ADAL" clId="{E8E95438-7D72-4151-95E2-CCAFE31D1FDF}" dt="2026-02-15T19:48:25.328" v="2070" actId="207"/>
          <ac:spMkLst>
            <pc:docMk/>
            <pc:sldMk cId="1054462300" sldId="423"/>
            <ac:spMk id="15" creationId="{7EE9652A-D105-9DDF-1A9A-0750DC21E978}"/>
          </ac:spMkLst>
        </pc:spChg>
        <pc:spChg chg="mod">
          <ac:chgData name="Luis Carlos Guevara Hernandez" userId="946bcc4c-b146-4724-978c-751fab731e0a" providerId="ADAL" clId="{E8E95438-7D72-4151-95E2-CCAFE31D1FDF}" dt="2026-02-15T19:50:48.399" v="2104" actId="20577"/>
          <ac:spMkLst>
            <pc:docMk/>
            <pc:sldMk cId="1054462300" sldId="423"/>
            <ac:spMk id="19" creationId="{642724E4-7BAB-7D96-B711-007AF2B5B6AF}"/>
          </ac:spMkLst>
        </pc:spChg>
        <pc:spChg chg="mod">
          <ac:chgData name="Luis Carlos Guevara Hernandez" userId="946bcc4c-b146-4724-978c-751fab731e0a" providerId="ADAL" clId="{E8E95438-7D72-4151-95E2-CCAFE31D1FDF}" dt="2026-02-15T19:50:54.688" v="2108" actId="20577"/>
          <ac:spMkLst>
            <pc:docMk/>
            <pc:sldMk cId="1054462300" sldId="423"/>
            <ac:spMk id="30" creationId="{B6CC6AF7-D2AD-5F92-1C87-C5ED8B267EB3}"/>
          </ac:spMkLst>
        </pc:spChg>
        <pc:spChg chg="mod">
          <ac:chgData name="Luis Carlos Guevara Hernandez" userId="946bcc4c-b146-4724-978c-751fab731e0a" providerId="ADAL" clId="{E8E95438-7D72-4151-95E2-CCAFE31D1FDF}" dt="2026-02-15T19:48:03.115" v="2066" actId="207"/>
          <ac:spMkLst>
            <pc:docMk/>
            <pc:sldMk cId="1054462300" sldId="423"/>
            <ac:spMk id="36" creationId="{95B2046D-CA82-3D76-D2AF-7E91B80B0BC5}"/>
          </ac:spMkLst>
        </pc:spChg>
        <pc:grpChg chg="mod">
          <ac:chgData name="Luis Carlos Guevara Hernandez" userId="946bcc4c-b146-4724-978c-751fab731e0a" providerId="ADAL" clId="{E8E95438-7D72-4151-95E2-CCAFE31D1FDF}" dt="2026-02-15T19:46:53.190" v="2027" actId="207"/>
          <ac:grpSpMkLst>
            <pc:docMk/>
            <pc:sldMk cId="1054462300" sldId="423"/>
            <ac:grpSpMk id="9" creationId="{F09469B1-7C61-1964-A47C-13CBBE369C05}"/>
          </ac:grpSpMkLst>
        </pc:grpChg>
        <pc:grpChg chg="mod">
          <ac:chgData name="Luis Carlos Guevara Hernandez" userId="946bcc4c-b146-4724-978c-751fab731e0a" providerId="ADAL" clId="{E8E95438-7D72-4151-95E2-CCAFE31D1FDF}" dt="2026-02-15T19:46:53.190" v="2027" actId="207"/>
          <ac:grpSpMkLst>
            <pc:docMk/>
            <pc:sldMk cId="1054462300" sldId="423"/>
            <ac:grpSpMk id="12" creationId="{59DF8138-6C35-B230-A63E-97FB92E21327}"/>
          </ac:grpSpMkLst>
        </pc:grpChg>
        <pc:picChg chg="mod">
          <ac:chgData name="Luis Carlos Guevara Hernandez" userId="946bcc4c-b146-4724-978c-751fab731e0a" providerId="ADAL" clId="{E8E95438-7D72-4151-95E2-CCAFE31D1FDF}" dt="2026-02-15T19:51:42.933" v="2113" actId="1076"/>
          <ac:picMkLst>
            <pc:docMk/>
            <pc:sldMk cId="1054462300" sldId="423"/>
            <ac:picMk id="23" creationId="{43102447-B93A-5FC5-F560-A57E5F3DE01B}"/>
          </ac:picMkLst>
        </pc:picChg>
      </pc:sldChg>
      <pc:sldChg chg="addSp delSp modSp mod modAnim">
        <pc:chgData name="Luis Carlos Guevara Hernandez" userId="946bcc4c-b146-4724-978c-751fab731e0a" providerId="ADAL" clId="{E8E95438-7D72-4151-95E2-CCAFE31D1FDF}" dt="2026-02-15T19:54:33.345" v="2162" actId="113"/>
        <pc:sldMkLst>
          <pc:docMk/>
          <pc:sldMk cId="1843197225" sldId="424"/>
        </pc:sldMkLst>
        <pc:spChg chg="mod">
          <ac:chgData name="Luis Carlos Guevara Hernandez" userId="946bcc4c-b146-4724-978c-751fab731e0a" providerId="ADAL" clId="{E8E95438-7D72-4151-95E2-CCAFE31D1FDF}" dt="2026-02-15T19:52:05.361" v="2117"/>
          <ac:spMkLst>
            <pc:docMk/>
            <pc:sldMk cId="1843197225" sldId="424"/>
            <ac:spMk id="3" creationId="{E6B4A748-3CCC-FC07-98D0-612C61A88472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1843197225" sldId="424"/>
            <ac:spMk id="4" creationId="{2756A05B-0260-D84D-8589-82E8BD1ED8E9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843197225" sldId="424"/>
            <ac:spMk id="5" creationId="{5F2756FB-8CEF-BEFF-9BFC-FA0817939BF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843197225" sldId="424"/>
            <ac:spMk id="10" creationId="{57B4AABD-A442-0065-35B8-E2262182C479}"/>
          </ac:spMkLst>
        </pc:spChg>
        <pc:spChg chg="mod">
          <ac:chgData name="Luis Carlos Guevara Hernandez" userId="946bcc4c-b146-4724-978c-751fab731e0a" providerId="ADAL" clId="{E8E95438-7D72-4151-95E2-CCAFE31D1FDF}" dt="2026-02-15T19:51:11.888" v="2110" actId="207"/>
          <ac:spMkLst>
            <pc:docMk/>
            <pc:sldMk cId="1843197225" sldId="424"/>
            <ac:spMk id="36" creationId="{132E8336-B6BE-EC67-724B-9BB02DB6EE24}"/>
          </ac:spMkLst>
        </pc:spChg>
        <pc:spChg chg="mod">
          <ac:chgData name="Luis Carlos Guevara Hernandez" userId="946bcc4c-b146-4724-978c-751fab731e0a" providerId="ADAL" clId="{E8E95438-7D72-4151-95E2-CCAFE31D1FDF}" dt="2026-02-15T19:52:00.678" v="2115"/>
          <ac:spMkLst>
            <pc:docMk/>
            <pc:sldMk cId="1843197225" sldId="424"/>
            <ac:spMk id="51" creationId="{2BA2CB9E-E745-BCB1-4800-ADA7BAD9BBBE}"/>
          </ac:spMkLst>
        </pc:spChg>
        <pc:spChg chg="mod">
          <ac:chgData name="Luis Carlos Guevara Hernandez" userId="946bcc4c-b146-4724-978c-751fab731e0a" providerId="ADAL" clId="{E8E95438-7D72-4151-95E2-CCAFE31D1FDF}" dt="2026-02-15T19:52:10.186" v="2119"/>
          <ac:spMkLst>
            <pc:docMk/>
            <pc:sldMk cId="1843197225" sldId="424"/>
            <ac:spMk id="53" creationId="{4C5B7130-1EA2-FB2C-DE47-BFC2B36CF55C}"/>
          </ac:spMkLst>
        </pc:spChg>
        <pc:spChg chg="mod">
          <ac:chgData name="Luis Carlos Guevara Hernandez" userId="946bcc4c-b146-4724-978c-751fab731e0a" providerId="ADAL" clId="{E8E95438-7D72-4151-95E2-CCAFE31D1FDF}" dt="2026-02-15T19:52:14.815" v="2121"/>
          <ac:spMkLst>
            <pc:docMk/>
            <pc:sldMk cId="1843197225" sldId="424"/>
            <ac:spMk id="56" creationId="{8EF43E1A-4A1C-3971-606C-3F43FE736EC6}"/>
          </ac:spMkLst>
        </pc:spChg>
        <pc:spChg chg="mod">
          <ac:chgData name="Luis Carlos Guevara Hernandez" userId="946bcc4c-b146-4724-978c-751fab731e0a" providerId="ADAL" clId="{E8E95438-7D72-4151-95E2-CCAFE31D1FDF}" dt="2026-02-15T19:52:19.371" v="2123"/>
          <ac:spMkLst>
            <pc:docMk/>
            <pc:sldMk cId="1843197225" sldId="424"/>
            <ac:spMk id="59" creationId="{67A734C6-8628-D920-B466-2875F6B9683C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843197225" sldId="424"/>
            <ac:spMk id="60" creationId="{FDD4322D-C52D-5B98-BC3B-F99FE8B81627}"/>
          </ac:spMkLst>
        </pc:spChg>
        <pc:spChg chg="mod">
          <ac:chgData name="Luis Carlos Guevara Hernandez" userId="946bcc4c-b146-4724-978c-751fab731e0a" providerId="ADAL" clId="{E8E95438-7D72-4151-95E2-CCAFE31D1FDF}" dt="2026-02-15T19:52:23.592" v="2125"/>
          <ac:spMkLst>
            <pc:docMk/>
            <pc:sldMk cId="1843197225" sldId="424"/>
            <ac:spMk id="62" creationId="{DB0BAC55-B4BF-7A2A-5F9B-88EE432954DF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1843197225" sldId="424"/>
            <ac:spMk id="63" creationId="{EFA6EC0C-2EBC-F38C-5524-C7154B64B9EF}"/>
          </ac:spMkLst>
        </pc:spChg>
        <pc:spChg chg="mod">
          <ac:chgData name="Luis Carlos Guevara Hernandez" userId="946bcc4c-b146-4724-978c-751fab731e0a" providerId="ADAL" clId="{E8E95438-7D72-4151-95E2-CCAFE31D1FDF}" dt="2026-02-15T19:52:28.384" v="2127"/>
          <ac:spMkLst>
            <pc:docMk/>
            <pc:sldMk cId="1843197225" sldId="424"/>
            <ac:spMk id="65" creationId="{443400A5-3BE3-7119-0A05-A9AB69C9E206}"/>
          </ac:spMkLst>
        </pc:spChg>
        <pc:spChg chg="mod">
          <ac:chgData name="Luis Carlos Guevara Hernandez" userId="946bcc4c-b146-4724-978c-751fab731e0a" providerId="ADAL" clId="{E8E95438-7D72-4151-95E2-CCAFE31D1FDF}" dt="2026-02-15T19:52:40.473" v="2131" actId="14100"/>
          <ac:spMkLst>
            <pc:docMk/>
            <pc:sldMk cId="1843197225" sldId="424"/>
            <ac:spMk id="67" creationId="{53EF96D5-27C4-F28A-35AC-108C5CE7437B}"/>
          </ac:spMkLst>
        </pc:spChg>
        <pc:spChg chg="mod">
          <ac:chgData name="Luis Carlos Guevara Hernandez" userId="946bcc4c-b146-4724-978c-751fab731e0a" providerId="ADAL" clId="{E8E95438-7D72-4151-95E2-CCAFE31D1FDF}" dt="2026-02-15T19:53:23.690" v="2142" actId="13926"/>
          <ac:spMkLst>
            <pc:docMk/>
            <pc:sldMk cId="1843197225" sldId="424"/>
            <ac:spMk id="68" creationId="{D05CE457-4B8A-8FE4-B6CA-561FF3FFA336}"/>
          </ac:spMkLst>
        </pc:spChg>
        <pc:spChg chg="mod">
          <ac:chgData name="Luis Carlos Guevara Hernandez" userId="946bcc4c-b146-4724-978c-751fab731e0a" providerId="ADAL" clId="{E8E95438-7D72-4151-95E2-CCAFE31D1FDF}" dt="2026-02-15T19:53:56.397" v="2150"/>
          <ac:spMkLst>
            <pc:docMk/>
            <pc:sldMk cId="1843197225" sldId="424"/>
            <ac:spMk id="69" creationId="{3872EA1B-7098-62B0-BED4-6AB83CFE098F}"/>
          </ac:spMkLst>
        </pc:spChg>
        <pc:spChg chg="mod">
          <ac:chgData name="Luis Carlos Guevara Hernandez" userId="946bcc4c-b146-4724-978c-751fab731e0a" providerId="ADAL" clId="{E8E95438-7D72-4151-95E2-CCAFE31D1FDF}" dt="2026-02-15T19:54:10.023" v="2154"/>
          <ac:spMkLst>
            <pc:docMk/>
            <pc:sldMk cId="1843197225" sldId="424"/>
            <ac:spMk id="70" creationId="{65945407-A583-C776-E9B9-E71488813E40}"/>
          </ac:spMkLst>
        </pc:spChg>
        <pc:spChg chg="mod">
          <ac:chgData name="Luis Carlos Guevara Hernandez" userId="946bcc4c-b146-4724-978c-751fab731e0a" providerId="ADAL" clId="{E8E95438-7D72-4151-95E2-CCAFE31D1FDF}" dt="2026-02-15T19:54:20.758" v="2158" actId="113"/>
          <ac:spMkLst>
            <pc:docMk/>
            <pc:sldMk cId="1843197225" sldId="424"/>
            <ac:spMk id="71" creationId="{050E1FEA-04E6-860A-67AE-217B349D6746}"/>
          </ac:spMkLst>
        </pc:spChg>
        <pc:spChg chg="mod">
          <ac:chgData name="Luis Carlos Guevara Hernandez" userId="946bcc4c-b146-4724-978c-751fab731e0a" providerId="ADAL" clId="{E8E95438-7D72-4151-95E2-CCAFE31D1FDF}" dt="2026-02-15T19:54:33.345" v="2162" actId="113"/>
          <ac:spMkLst>
            <pc:docMk/>
            <pc:sldMk cId="1843197225" sldId="424"/>
            <ac:spMk id="72" creationId="{E36D09D1-D410-5816-0D3A-95875A688BC8}"/>
          </ac:spMkLst>
        </pc:spChg>
        <pc:spChg chg="mod">
          <ac:chgData name="Luis Carlos Guevara Hernandez" userId="946bcc4c-b146-4724-978c-751fab731e0a" providerId="ADAL" clId="{E8E95438-7D72-4151-95E2-CCAFE31D1FDF}" dt="2026-02-15T19:51:19.084" v="2111" actId="207"/>
          <ac:spMkLst>
            <pc:docMk/>
            <pc:sldMk cId="1843197225" sldId="424"/>
            <ac:spMk id="76" creationId="{A9128ADA-293D-BA2E-D8D0-21F4C8F8FF12}"/>
          </ac:spMkLst>
        </pc:spChg>
        <pc:spChg chg="mod">
          <ac:chgData name="Luis Carlos Guevara Hernandez" userId="946bcc4c-b146-4724-978c-751fab731e0a" providerId="ADAL" clId="{E8E95438-7D72-4151-95E2-CCAFE31D1FDF}" dt="2026-02-15T19:51:19.084" v="2111" actId="207"/>
          <ac:spMkLst>
            <pc:docMk/>
            <pc:sldMk cId="1843197225" sldId="424"/>
            <ac:spMk id="77" creationId="{E7300D16-EB51-7384-F721-FD030AC159C5}"/>
          </ac:spMkLst>
        </pc:spChg>
        <pc:spChg chg="mod">
          <ac:chgData name="Luis Carlos Guevara Hernandez" userId="946bcc4c-b146-4724-978c-751fab731e0a" providerId="ADAL" clId="{E8E95438-7D72-4151-95E2-CCAFE31D1FDF}" dt="2026-02-15T19:51:19.084" v="2111" actId="207"/>
          <ac:spMkLst>
            <pc:docMk/>
            <pc:sldMk cId="1843197225" sldId="424"/>
            <ac:spMk id="78" creationId="{B94D81DD-A69F-F814-B353-F56BEBC203B1}"/>
          </ac:spMkLst>
        </pc:spChg>
        <pc:spChg chg="mod">
          <ac:chgData name="Luis Carlos Guevara Hernandez" userId="946bcc4c-b146-4724-978c-751fab731e0a" providerId="ADAL" clId="{E8E95438-7D72-4151-95E2-CCAFE31D1FDF}" dt="2026-02-15T19:51:19.084" v="2111" actId="207"/>
          <ac:spMkLst>
            <pc:docMk/>
            <pc:sldMk cId="1843197225" sldId="424"/>
            <ac:spMk id="79" creationId="{1E64AD29-B0BB-71D7-DBA4-5D6105500B45}"/>
          </ac:spMkLst>
        </pc:spChg>
      </pc:sldChg>
      <pc:sldChg chg="addSp delSp modSp mod">
        <pc:chgData name="Luis Carlos Guevara Hernandez" userId="946bcc4c-b146-4724-978c-751fab731e0a" providerId="ADAL" clId="{E8E95438-7D72-4151-95E2-CCAFE31D1FDF}" dt="2026-02-15T18:27:32.856" v="1101" actId="20577"/>
        <pc:sldMkLst>
          <pc:docMk/>
          <pc:sldMk cId="2566789899" sldId="425"/>
        </pc:sldMkLst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2566789899" sldId="425"/>
            <ac:spMk id="4" creationId="{9DA03AC2-F763-D108-9F1D-227EB9F7C54D}"/>
          </ac:spMkLst>
        </pc:spChg>
        <pc:spChg chg="mod">
          <ac:chgData name="Luis Carlos Guevara Hernandez" userId="946bcc4c-b146-4724-978c-751fab731e0a" providerId="ADAL" clId="{E8E95438-7D72-4151-95E2-CCAFE31D1FDF}" dt="2026-02-15T18:14:19.128" v="946"/>
          <ac:spMkLst>
            <pc:docMk/>
            <pc:sldMk cId="2566789899" sldId="425"/>
            <ac:spMk id="12" creationId="{B69D3721-D53C-EC5E-0A07-1F95A57ACDD7}"/>
          </ac:spMkLst>
        </pc:spChg>
        <pc:spChg chg="mod">
          <ac:chgData name="Luis Carlos Guevara Hernandez" userId="946bcc4c-b146-4724-978c-751fab731e0a" providerId="ADAL" clId="{E8E95438-7D72-4151-95E2-CCAFE31D1FDF}" dt="2026-02-15T18:26:35.158" v="1085" actId="1076"/>
          <ac:spMkLst>
            <pc:docMk/>
            <pc:sldMk cId="2566789899" sldId="425"/>
            <ac:spMk id="15" creationId="{16620741-673A-73BC-04CA-E889F7FAD38E}"/>
          </ac:spMkLst>
        </pc:spChg>
        <pc:spChg chg="mod">
          <ac:chgData name="Luis Carlos Guevara Hernandez" userId="946bcc4c-b146-4724-978c-751fab731e0a" providerId="ADAL" clId="{E8E95438-7D72-4151-95E2-CCAFE31D1FDF}" dt="2026-02-15T18:25:02" v="1074" actId="1076"/>
          <ac:spMkLst>
            <pc:docMk/>
            <pc:sldMk cId="2566789899" sldId="425"/>
            <ac:spMk id="18" creationId="{598B2A0E-AEA3-FC59-F449-36604E87D81B}"/>
          </ac:spMkLst>
        </pc:spChg>
        <pc:spChg chg="mod">
          <ac:chgData name="Luis Carlos Guevara Hernandez" userId="946bcc4c-b146-4724-978c-751fab731e0a" providerId="ADAL" clId="{E8E95438-7D72-4151-95E2-CCAFE31D1FDF}" dt="2026-02-15T18:25:00.154" v="1073" actId="1076"/>
          <ac:spMkLst>
            <pc:docMk/>
            <pc:sldMk cId="2566789899" sldId="425"/>
            <ac:spMk id="19" creationId="{F1103DB9-9EC8-E134-818C-5600A2F07B11}"/>
          </ac:spMkLst>
        </pc:spChg>
        <pc:spChg chg="mod">
          <ac:chgData name="Luis Carlos Guevara Hernandez" userId="946bcc4c-b146-4724-978c-751fab731e0a" providerId="ADAL" clId="{E8E95438-7D72-4151-95E2-CCAFE31D1FDF}" dt="2026-02-15T18:14:15.506" v="945" actId="14100"/>
          <ac:spMkLst>
            <pc:docMk/>
            <pc:sldMk cId="2566789899" sldId="425"/>
            <ac:spMk id="36" creationId="{0ACF3A68-7420-6411-DB92-2EC010759CB8}"/>
          </ac:spMkLst>
        </pc:spChg>
        <pc:spChg chg="mod">
          <ac:chgData name="Luis Carlos Guevara Hernandez" userId="946bcc4c-b146-4724-978c-751fab731e0a" providerId="ADAL" clId="{E8E95438-7D72-4151-95E2-CCAFE31D1FDF}" dt="2026-02-15T18:26:10.473" v="1082" actId="20577"/>
          <ac:spMkLst>
            <pc:docMk/>
            <pc:sldMk cId="2566789899" sldId="425"/>
            <ac:spMk id="142" creationId="{215691E1-1DE2-8D3C-AC24-29B4544ADF94}"/>
          </ac:spMkLst>
        </pc:spChg>
      </pc:sldChg>
      <pc:sldChg chg="delSp modSp mod">
        <pc:chgData name="Luis Carlos Guevara Hernandez" userId="946bcc4c-b146-4724-978c-751fab731e0a" providerId="ADAL" clId="{E8E95438-7D72-4151-95E2-CCAFE31D1FDF}" dt="2026-02-15T18:09:28.065" v="877" actId="20577"/>
        <pc:sldMkLst>
          <pc:docMk/>
          <pc:sldMk cId="4115963807" sldId="426"/>
        </pc:sldMkLst>
        <pc:spChg chg="mod">
          <ac:chgData name="Luis Carlos Guevara Hernandez" userId="946bcc4c-b146-4724-978c-751fab731e0a" providerId="ADAL" clId="{E8E95438-7D72-4151-95E2-CCAFE31D1FDF}" dt="2026-02-15T18:07:37.167" v="786" actId="207"/>
          <ac:spMkLst>
            <pc:docMk/>
            <pc:sldMk cId="4115963807" sldId="426"/>
            <ac:spMk id="2" creationId="{0F8D4E09-24A8-54E3-0B01-89A8BF91E76F}"/>
          </ac:spMkLst>
        </pc:spChg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4115963807" sldId="426"/>
            <ac:spMk id="4" creationId="{7FCC7764-D977-BAAD-3E7A-59B0431601F6}"/>
          </ac:spMkLst>
        </pc:spChg>
        <pc:spChg chg="mod">
          <ac:chgData name="Luis Carlos Guevara Hernandez" userId="946bcc4c-b146-4724-978c-751fab731e0a" providerId="ADAL" clId="{E8E95438-7D72-4151-95E2-CCAFE31D1FDF}" dt="2026-02-15T18:08:54.522" v="824" actId="20577"/>
          <ac:spMkLst>
            <pc:docMk/>
            <pc:sldMk cId="4115963807" sldId="426"/>
            <ac:spMk id="7" creationId="{51CD14AD-9DC6-2015-F7BE-BE65618401EF}"/>
          </ac:spMkLst>
        </pc:spChg>
        <pc:spChg chg="mod">
          <ac:chgData name="Luis Carlos Guevara Hernandez" userId="946bcc4c-b146-4724-978c-751fab731e0a" providerId="ADAL" clId="{E8E95438-7D72-4151-95E2-CCAFE31D1FDF}" dt="2026-02-15T18:08:57.471" v="830" actId="20577"/>
          <ac:spMkLst>
            <pc:docMk/>
            <pc:sldMk cId="4115963807" sldId="426"/>
            <ac:spMk id="8" creationId="{F689826F-A231-8C1E-5A9A-0F626882D5D2}"/>
          </ac:spMkLst>
        </pc:spChg>
        <pc:spChg chg="mod">
          <ac:chgData name="Luis Carlos Guevara Hernandez" userId="946bcc4c-b146-4724-978c-751fab731e0a" providerId="ADAL" clId="{E8E95438-7D72-4151-95E2-CCAFE31D1FDF}" dt="2026-02-15T18:06:52.142" v="784"/>
          <ac:spMkLst>
            <pc:docMk/>
            <pc:sldMk cId="4115963807" sldId="426"/>
            <ac:spMk id="12" creationId="{92A786F8-38D1-0B2A-96E6-6E443F427880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115963807" sldId="426"/>
            <ac:spMk id="14" creationId="{47FDB19D-89C1-302B-F127-61B9B52B66C7}"/>
          </ac:spMkLst>
        </pc:spChg>
        <pc:spChg chg="mod">
          <ac:chgData name="Luis Carlos Guevara Hernandez" userId="946bcc4c-b146-4724-978c-751fab731e0a" providerId="ADAL" clId="{E8E95438-7D72-4151-95E2-CCAFE31D1FDF}" dt="2026-02-15T18:07:37.167" v="786" actId="207"/>
          <ac:spMkLst>
            <pc:docMk/>
            <pc:sldMk cId="4115963807" sldId="426"/>
            <ac:spMk id="17" creationId="{54790E4C-B64A-3BB6-4B8C-BDD9063A5B42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115963807" sldId="426"/>
            <ac:spMk id="18" creationId="{78B5EE9E-FFC3-48FE-47C6-388C24A9CEBC}"/>
          </ac:spMkLst>
        </pc:spChg>
        <pc:spChg chg="mod">
          <ac:chgData name="Luis Carlos Guevara Hernandez" userId="946bcc4c-b146-4724-978c-751fab731e0a" providerId="ADAL" clId="{E8E95438-7D72-4151-95E2-CCAFE31D1FDF}" dt="2026-02-15T18:09:24.125" v="871" actId="20577"/>
          <ac:spMkLst>
            <pc:docMk/>
            <pc:sldMk cId="4115963807" sldId="426"/>
            <ac:spMk id="20" creationId="{E45FF3A9-347B-217D-9597-B3E31A2E0919}"/>
          </ac:spMkLst>
        </pc:spChg>
        <pc:spChg chg="mod">
          <ac:chgData name="Luis Carlos Guevara Hernandez" userId="946bcc4c-b146-4724-978c-751fab731e0a" providerId="ADAL" clId="{E8E95438-7D72-4151-95E2-CCAFE31D1FDF}" dt="2026-02-15T18:09:28.065" v="877" actId="20577"/>
          <ac:spMkLst>
            <pc:docMk/>
            <pc:sldMk cId="4115963807" sldId="426"/>
            <ac:spMk id="30" creationId="{A5BC0DB8-2FF1-EB0B-C510-AB300FD9A69F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4115963807" sldId="426"/>
            <ac:spMk id="33" creationId="{61091F2F-BEE9-7B17-23C1-F6E182309223}"/>
          </ac:spMkLst>
        </pc:spChg>
        <pc:spChg chg="mod">
          <ac:chgData name="Luis Carlos Guevara Hernandez" userId="946bcc4c-b146-4724-978c-751fab731e0a" providerId="ADAL" clId="{E8E95438-7D72-4151-95E2-CCAFE31D1FDF}" dt="2026-02-15T18:06:48.687" v="783" actId="14100"/>
          <ac:spMkLst>
            <pc:docMk/>
            <pc:sldMk cId="4115963807" sldId="426"/>
            <ac:spMk id="36" creationId="{76F3BAA3-B740-E310-E7C4-F9677A180FCB}"/>
          </ac:spMkLst>
        </pc:spChg>
        <pc:spChg chg="mod">
          <ac:chgData name="Luis Carlos Guevara Hernandez" userId="946bcc4c-b146-4724-978c-751fab731e0a" providerId="ADAL" clId="{E8E95438-7D72-4151-95E2-CCAFE31D1FDF}" dt="2026-02-15T18:08:13.644" v="791" actId="13926"/>
          <ac:spMkLst>
            <pc:docMk/>
            <pc:sldMk cId="4115963807" sldId="426"/>
            <ac:spMk id="50" creationId="{9CF0265E-084B-5FAB-EB00-F10264402962}"/>
          </ac:spMkLst>
        </pc:spChg>
        <pc:spChg chg="mod">
          <ac:chgData name="Luis Carlos Guevara Hernandez" userId="946bcc4c-b146-4724-978c-751fab731e0a" providerId="ADAL" clId="{E8E95438-7D72-4151-95E2-CCAFE31D1FDF}" dt="2026-02-15T18:08:38.657" v="807" actId="13926"/>
          <ac:spMkLst>
            <pc:docMk/>
            <pc:sldMk cId="4115963807" sldId="426"/>
            <ac:spMk id="53" creationId="{EFEFBC88-F132-3F61-2230-15D2AAF89ACA}"/>
          </ac:spMkLst>
        </pc:spChg>
        <pc:spChg chg="mod">
          <ac:chgData name="Luis Carlos Guevara Hernandez" userId="946bcc4c-b146-4724-978c-751fab731e0a" providerId="ADAL" clId="{E8E95438-7D72-4151-95E2-CCAFE31D1FDF}" dt="2026-02-15T18:08:49.523" v="815" actId="20577"/>
          <ac:spMkLst>
            <pc:docMk/>
            <pc:sldMk cId="4115963807" sldId="426"/>
            <ac:spMk id="54" creationId="{D7A665D2-EA2E-205D-94DD-164E28CD9207}"/>
          </ac:spMkLst>
        </pc:spChg>
        <pc:spChg chg="mod">
          <ac:chgData name="Luis Carlos Guevara Hernandez" userId="946bcc4c-b146-4724-978c-751fab731e0a" providerId="ADAL" clId="{E8E95438-7D72-4151-95E2-CCAFE31D1FDF}" dt="2026-02-15T18:09:19.322" v="860" actId="20577"/>
          <ac:spMkLst>
            <pc:docMk/>
            <pc:sldMk cId="4115963807" sldId="426"/>
            <ac:spMk id="57" creationId="{72AB233D-682F-46F6-951A-91F0EA248DCB}"/>
          </ac:spMkLst>
        </pc:spChg>
        <pc:cxnChg chg="mod">
          <ac:chgData name="Luis Carlos Guevara Hernandez" userId="946bcc4c-b146-4724-978c-751fab731e0a" providerId="ADAL" clId="{E8E95438-7D72-4151-95E2-CCAFE31D1FDF}" dt="2026-02-15T18:09:01.004" v="831" actId="208"/>
          <ac:cxnSpMkLst>
            <pc:docMk/>
            <pc:sldMk cId="4115963807" sldId="426"/>
            <ac:cxnSpMk id="6" creationId="{A5692BBA-8A04-4B9F-0A79-4FB4E8099B26}"/>
          </ac:cxnSpMkLst>
        </pc:cxnChg>
        <pc:cxnChg chg="mod">
          <ac:chgData name="Luis Carlos Guevara Hernandez" userId="946bcc4c-b146-4724-978c-751fab731e0a" providerId="ADAL" clId="{E8E95438-7D72-4151-95E2-CCAFE31D1FDF}" dt="2026-02-15T18:09:01.004" v="831" actId="208"/>
          <ac:cxnSpMkLst>
            <pc:docMk/>
            <pc:sldMk cId="4115963807" sldId="426"/>
            <ac:cxnSpMk id="15" creationId="{5C3C0469-6687-4772-BE0A-B6C22B49A56C}"/>
          </ac:cxnSpMkLst>
        </pc:cxnChg>
        <pc:cxnChg chg="mod">
          <ac:chgData name="Luis Carlos Guevara Hernandez" userId="946bcc4c-b146-4724-978c-751fab731e0a" providerId="ADAL" clId="{E8E95438-7D72-4151-95E2-CCAFE31D1FDF}" dt="2026-02-15T18:09:04.508" v="832" actId="208"/>
          <ac:cxnSpMkLst>
            <pc:docMk/>
            <pc:sldMk cId="4115963807" sldId="426"/>
            <ac:cxnSpMk id="19" creationId="{3AD65BA0-D71E-C560-D4E0-4F482DE8B9E8}"/>
          </ac:cxnSpMkLst>
        </pc:cxnChg>
        <pc:cxnChg chg="mod">
          <ac:chgData name="Luis Carlos Guevara Hernandez" userId="946bcc4c-b146-4724-978c-751fab731e0a" providerId="ADAL" clId="{E8E95438-7D72-4151-95E2-CCAFE31D1FDF}" dt="2026-02-15T18:09:04.508" v="832" actId="208"/>
          <ac:cxnSpMkLst>
            <pc:docMk/>
            <pc:sldMk cId="4115963807" sldId="426"/>
            <ac:cxnSpMk id="37" creationId="{0F2BBE77-24FD-F207-B207-9D6D56E9532F}"/>
          </ac:cxnSpMkLst>
        </pc:cxnChg>
        <pc:cxnChg chg="mod">
          <ac:chgData name="Luis Carlos Guevara Hernandez" userId="946bcc4c-b146-4724-978c-751fab731e0a" providerId="ADAL" clId="{E8E95438-7D72-4151-95E2-CCAFE31D1FDF}" dt="2026-02-15T18:09:04.508" v="832" actId="208"/>
          <ac:cxnSpMkLst>
            <pc:docMk/>
            <pc:sldMk cId="4115963807" sldId="426"/>
            <ac:cxnSpMk id="47" creationId="{F4FDBEBA-25C0-C308-EA09-457A3A57D6CF}"/>
          </ac:cxnSpMkLst>
        </pc:cxnChg>
      </pc:sldChg>
      <pc:sldChg chg="addSp delSp modSp mod modAnim">
        <pc:chgData name="Luis Carlos Guevara Hernandez" userId="946bcc4c-b146-4724-978c-751fab731e0a" providerId="ADAL" clId="{E8E95438-7D72-4151-95E2-CCAFE31D1FDF}" dt="2026-02-15T19:15:33.476" v="1522" actId="692"/>
        <pc:sldMkLst>
          <pc:docMk/>
          <pc:sldMk cId="3179078067" sldId="427"/>
        </pc:sldMkLst>
        <pc:spChg chg="mod">
          <ac:chgData name="Luis Carlos Guevara Hernandez" userId="946bcc4c-b146-4724-978c-751fab731e0a" providerId="ADAL" clId="{E8E95438-7D72-4151-95E2-CCAFE31D1FDF}" dt="2026-02-15T17:16:46.612" v="117" actId="478"/>
          <ac:spMkLst>
            <pc:docMk/>
            <pc:sldMk cId="3179078067" sldId="427"/>
            <ac:spMk id="4" creationId="{54E28172-223E-F878-6CA9-9E520CB6CE00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8" creationId="{7C34108F-3EDC-3A63-6F41-562F1CF14DD1}"/>
          </ac:spMkLst>
        </pc:spChg>
        <pc:spChg chg="add mod">
          <ac:chgData name="Luis Carlos Guevara Hernandez" userId="946bcc4c-b146-4724-978c-751fab731e0a" providerId="ADAL" clId="{E8E95438-7D72-4151-95E2-CCAFE31D1FDF}" dt="2026-02-15T19:07:03.174" v="1345"/>
          <ac:spMkLst>
            <pc:docMk/>
            <pc:sldMk cId="3179078067" sldId="427"/>
            <ac:spMk id="11" creationId="{75C1A2BC-423F-9E3C-92CB-265DDD553C78}"/>
          </ac:spMkLst>
        </pc:spChg>
        <pc:spChg chg="mod">
          <ac:chgData name="Luis Carlos Guevara Hernandez" userId="946bcc4c-b146-4724-978c-751fab731e0a" providerId="ADAL" clId="{E8E95438-7D72-4151-95E2-CCAFE31D1FDF}" dt="2026-02-15T19:07:03.174" v="1345"/>
          <ac:spMkLst>
            <pc:docMk/>
            <pc:sldMk cId="3179078067" sldId="427"/>
            <ac:spMk id="13" creationId="{6BA97A19-0E06-5B37-4E66-49AC960E284F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14" creationId="{4BE4D6CD-A0CF-CF63-B20E-512C69C0AB8F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15" creationId="{84528050-F843-34C5-B307-8058D86357DA}"/>
          </ac:spMkLst>
        </pc:spChg>
        <pc:spChg chg="mod">
          <ac:chgData name="Luis Carlos Guevara Hernandez" userId="946bcc4c-b146-4724-978c-751fab731e0a" providerId="ADAL" clId="{E8E95438-7D72-4151-95E2-CCAFE31D1FDF}" dt="2026-02-15T19:07:03.174" v="1345"/>
          <ac:spMkLst>
            <pc:docMk/>
            <pc:sldMk cId="3179078067" sldId="427"/>
            <ac:spMk id="16" creationId="{E1E47F4E-D417-9F36-2FD8-B7D8C23E5123}"/>
          </ac:spMkLst>
        </pc:spChg>
        <pc:spChg chg="mod">
          <ac:chgData name="Luis Carlos Guevara Hernandez" userId="946bcc4c-b146-4724-978c-751fab731e0a" providerId="ADAL" clId="{E8E95438-7D72-4151-95E2-CCAFE31D1FDF}" dt="2026-02-15T19:14:39.003" v="1507" actId="1076"/>
          <ac:spMkLst>
            <pc:docMk/>
            <pc:sldMk cId="3179078067" sldId="427"/>
            <ac:spMk id="17" creationId="{6C5A1D23-3149-29CA-858D-F211E15804A8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18" creationId="{EE95514B-4E8A-BE1B-397A-44738A45C88C}"/>
          </ac:spMkLst>
        </pc:spChg>
        <pc:spChg chg="add mod">
          <ac:chgData name="Luis Carlos Guevara Hernandez" userId="946bcc4c-b146-4724-978c-751fab731e0a" providerId="ADAL" clId="{E8E95438-7D72-4151-95E2-CCAFE31D1FDF}" dt="2026-02-15T19:07:03.174" v="1345"/>
          <ac:spMkLst>
            <pc:docMk/>
            <pc:sldMk cId="3179078067" sldId="427"/>
            <ac:spMk id="19" creationId="{B29E2DEC-0475-C397-9BF6-13354349DD1F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27" creationId="{F9835358-CDBA-4881-FF62-374678C86A7A}"/>
          </ac:spMkLst>
        </pc:spChg>
        <pc:spChg chg="mod">
          <ac:chgData name="Luis Carlos Guevara Hernandez" userId="946bcc4c-b146-4724-978c-751fab731e0a" providerId="ADAL" clId="{E8E95438-7D72-4151-95E2-CCAFE31D1FDF}" dt="2026-02-15T19:11:29.136" v="1469" actId="208"/>
          <ac:spMkLst>
            <pc:docMk/>
            <pc:sldMk cId="3179078067" sldId="427"/>
            <ac:spMk id="28" creationId="{DCC76B7F-2EB0-83CD-47C0-26B26A427ED0}"/>
          </ac:spMkLst>
        </pc:spChg>
        <pc:spChg chg="mod">
          <ac:chgData name="Luis Carlos Guevara Hernandez" userId="946bcc4c-b146-4724-978c-751fab731e0a" providerId="ADAL" clId="{E8E95438-7D72-4151-95E2-CCAFE31D1FDF}" dt="2026-02-15T19:10:45.214" v="1448"/>
          <ac:spMkLst>
            <pc:docMk/>
            <pc:sldMk cId="3179078067" sldId="427"/>
            <ac:spMk id="29" creationId="{69D785E3-3E4F-065E-6653-2444BD8B36CD}"/>
          </ac:spMkLst>
        </pc:spChg>
        <pc:spChg chg="mod">
          <ac:chgData name="Luis Carlos Guevara Hernandez" userId="946bcc4c-b146-4724-978c-751fab731e0a" providerId="ADAL" clId="{E8E95438-7D72-4151-95E2-CCAFE31D1FDF}" dt="2026-02-15T19:10:15.614" v="1443"/>
          <ac:spMkLst>
            <pc:docMk/>
            <pc:sldMk cId="3179078067" sldId="427"/>
            <ac:spMk id="30" creationId="{768E62EA-6B02-58AB-BE3E-75476EAE75C2}"/>
          </ac:spMkLst>
        </pc:spChg>
        <pc:spChg chg="mod">
          <ac:chgData name="Luis Carlos Guevara Hernandez" userId="946bcc4c-b146-4724-978c-751fab731e0a" providerId="ADAL" clId="{E8E95438-7D72-4151-95E2-CCAFE31D1FDF}" dt="2026-02-15T19:10:21.633" v="1444"/>
          <ac:spMkLst>
            <pc:docMk/>
            <pc:sldMk cId="3179078067" sldId="427"/>
            <ac:spMk id="33" creationId="{9AA87193-F9AC-82E3-CA5E-6EFFF77F5135}"/>
          </ac:spMkLst>
        </pc:spChg>
        <pc:spChg chg="mod">
          <ac:chgData name="Luis Carlos Guevara Hernandez" userId="946bcc4c-b146-4724-978c-751fab731e0a" providerId="ADAL" clId="{E8E95438-7D72-4151-95E2-CCAFE31D1FDF}" dt="2026-02-15T19:10:25.903" v="1445"/>
          <ac:spMkLst>
            <pc:docMk/>
            <pc:sldMk cId="3179078067" sldId="427"/>
            <ac:spMk id="37" creationId="{A6E4B002-BF54-36CD-EA1E-75320DF79068}"/>
          </ac:spMkLst>
        </pc:spChg>
        <pc:spChg chg="mod">
          <ac:chgData name="Luis Carlos Guevara Hernandez" userId="946bcc4c-b146-4724-978c-751fab731e0a" providerId="ADAL" clId="{E8E95438-7D72-4151-95E2-CCAFE31D1FDF}" dt="2026-02-15T19:10:30.639" v="1446"/>
          <ac:spMkLst>
            <pc:docMk/>
            <pc:sldMk cId="3179078067" sldId="427"/>
            <ac:spMk id="39" creationId="{34DD96B5-5738-6757-23CA-479B2E673E55}"/>
          </ac:spMkLst>
        </pc:spChg>
        <pc:spChg chg="mod">
          <ac:chgData name="Luis Carlos Guevara Hernandez" userId="946bcc4c-b146-4724-978c-751fab731e0a" providerId="ADAL" clId="{E8E95438-7D72-4151-95E2-CCAFE31D1FDF}" dt="2026-02-15T19:10:35.489" v="1447"/>
          <ac:spMkLst>
            <pc:docMk/>
            <pc:sldMk cId="3179078067" sldId="427"/>
            <ac:spMk id="40" creationId="{E9C58718-5841-04A1-5C2D-FE72194D3B67}"/>
          </ac:spMkLst>
        </pc:spChg>
        <pc:spChg chg="mod">
          <ac:chgData name="Luis Carlos Guevara Hernandez" userId="946bcc4c-b146-4724-978c-751fab731e0a" providerId="ADAL" clId="{E8E95438-7D72-4151-95E2-CCAFE31D1FDF}" dt="2026-02-15T19:11:16.014" v="1468" actId="20577"/>
          <ac:spMkLst>
            <pc:docMk/>
            <pc:sldMk cId="3179078067" sldId="427"/>
            <ac:spMk id="41" creationId="{0DBE1C83-9BA4-5B27-0037-3B4D862942D4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42" creationId="{F3922E8D-E163-A4C4-0120-7BFC6C802E6F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49" creationId="{F3EFF724-0E00-6F7F-FAEF-07FD4C87B19E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114" creationId="{E307DF87-5A49-5696-5B2E-8FC6FA3A5036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155" creationId="{F91F77A6-A51E-6343-555B-7C4D29A71FC3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160" creationId="{754449F5-2D6A-B2C1-BEFC-A36235992349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162" creationId="{E4B97201-9034-A067-98B1-280CE350FDD5}"/>
          </ac:spMkLst>
        </pc:spChg>
        <pc:spChg chg="mod">
          <ac:chgData name="Luis Carlos Guevara Hernandez" userId="946bcc4c-b146-4724-978c-751fab731e0a" providerId="ADAL" clId="{E8E95438-7D72-4151-95E2-CCAFE31D1FDF}" dt="2026-02-15T17:08:31.273" v="16" actId="790"/>
          <ac:spMkLst>
            <pc:docMk/>
            <pc:sldMk cId="3179078067" sldId="427"/>
            <ac:spMk id="163" creationId="{E7AA4CE0-1725-845A-4434-353A92D8696F}"/>
          </ac:spMkLst>
        </pc:spChg>
        <pc:spChg chg="mod">
          <ac:chgData name="Luis Carlos Guevara Hernandez" userId="946bcc4c-b146-4724-978c-751fab731e0a" providerId="ADAL" clId="{E8E95438-7D72-4151-95E2-CCAFE31D1FDF}" dt="2026-02-15T19:14:30.197" v="1506" actId="1038"/>
          <ac:spMkLst>
            <pc:docMk/>
            <pc:sldMk cId="3179078067" sldId="427"/>
            <ac:spMk id="164" creationId="{97A1BAB0-EF3E-8374-AC0A-79CF952C6A52}"/>
          </ac:spMkLst>
        </pc:spChg>
        <pc:spChg chg="mod">
          <ac:chgData name="Luis Carlos Guevara Hernandez" userId="946bcc4c-b146-4724-978c-751fab731e0a" providerId="ADAL" clId="{E8E95438-7D72-4151-95E2-CCAFE31D1FDF}" dt="2026-02-15T19:14:30.197" v="1506" actId="1038"/>
          <ac:spMkLst>
            <pc:docMk/>
            <pc:sldMk cId="3179078067" sldId="427"/>
            <ac:spMk id="165" creationId="{DEA1A595-9E65-D963-E6DE-AE1E2F2CDD03}"/>
          </ac:spMkLst>
        </pc:spChg>
        <pc:spChg chg="mod">
          <ac:chgData name="Luis Carlos Guevara Hernandez" userId="946bcc4c-b146-4724-978c-751fab731e0a" providerId="ADAL" clId="{E8E95438-7D72-4151-95E2-CCAFE31D1FDF}" dt="2026-02-15T19:08:22.674" v="1364" actId="20577"/>
          <ac:spMkLst>
            <pc:docMk/>
            <pc:sldMk cId="3179078067" sldId="427"/>
            <ac:spMk id="175" creationId="{F6B4DC65-AB49-3DC7-48F8-B6CD274EA70E}"/>
          </ac:spMkLst>
        </pc:spChg>
        <pc:spChg chg="mod">
          <ac:chgData name="Luis Carlos Guevara Hernandez" userId="946bcc4c-b146-4724-978c-751fab731e0a" providerId="ADAL" clId="{E8E95438-7D72-4151-95E2-CCAFE31D1FDF}" dt="2026-02-15T19:08:35.602" v="1392" actId="20577"/>
          <ac:spMkLst>
            <pc:docMk/>
            <pc:sldMk cId="3179078067" sldId="427"/>
            <ac:spMk id="176" creationId="{AAAFDA5C-9FA6-CCFE-4C97-96B5D3435F14}"/>
          </ac:spMkLst>
        </pc:spChg>
        <pc:spChg chg="mod">
          <ac:chgData name="Luis Carlos Guevara Hernandez" userId="946bcc4c-b146-4724-978c-751fab731e0a" providerId="ADAL" clId="{E8E95438-7D72-4151-95E2-CCAFE31D1FDF}" dt="2026-02-15T19:08:39.224" v="1401" actId="20577"/>
          <ac:spMkLst>
            <pc:docMk/>
            <pc:sldMk cId="3179078067" sldId="427"/>
            <ac:spMk id="177" creationId="{12FD800E-9D06-061A-987D-46C6F1838A4A}"/>
          </ac:spMkLst>
        </pc:spChg>
        <pc:spChg chg="mod">
          <ac:chgData name="Luis Carlos Guevara Hernandez" userId="946bcc4c-b146-4724-978c-751fab731e0a" providerId="ADAL" clId="{E8E95438-7D72-4151-95E2-CCAFE31D1FDF}" dt="2026-02-15T19:08:16.260" v="1355" actId="20577"/>
          <ac:spMkLst>
            <pc:docMk/>
            <pc:sldMk cId="3179078067" sldId="427"/>
            <ac:spMk id="185" creationId="{3B8F2D83-6AE5-D145-650F-23E12BCC31F8}"/>
          </ac:spMkLst>
        </pc:spChg>
        <pc:grpChg chg="add mod">
          <ac:chgData name="Luis Carlos Guevara Hernandez" userId="946bcc4c-b146-4724-978c-751fab731e0a" providerId="ADAL" clId="{E8E95438-7D72-4151-95E2-CCAFE31D1FDF}" dt="2026-02-15T19:07:03.174" v="1345"/>
          <ac:grpSpMkLst>
            <pc:docMk/>
            <pc:sldMk cId="3179078067" sldId="427"/>
            <ac:grpSpMk id="12" creationId="{EEDDDF43-A111-CD9D-4FFB-DCFB151DE1E0}"/>
          </ac:grpSpMkLst>
        </pc:grp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52" creationId="{8BF5E189-AC38-9546-3C40-884FBDB36DF4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67" creationId="{ED773EB1-9116-85F2-C8A3-250C6071204E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70" creationId="{F05835FA-6515-B50A-E651-535DFAC9EF2A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73" creationId="{1290DD38-C453-8923-BC00-6006D70013EF}"/>
          </ac:cxnSpMkLst>
        </pc:cxnChg>
        <pc:cxnChg chg="mod">
          <ac:chgData name="Luis Carlos Guevara Hernandez" userId="946bcc4c-b146-4724-978c-751fab731e0a" providerId="ADAL" clId="{E8E95438-7D72-4151-95E2-CCAFE31D1FDF}" dt="2026-02-15T19:15:20.456" v="1519" actId="692"/>
          <ac:cxnSpMkLst>
            <pc:docMk/>
            <pc:sldMk cId="3179078067" sldId="427"/>
            <ac:cxnSpMk id="77" creationId="{9E952009-D6F6-74B9-E255-FA20515AAE8E}"/>
          </ac:cxnSpMkLst>
        </pc:cxnChg>
        <pc:cxnChg chg="mod">
          <ac:chgData name="Luis Carlos Guevara Hernandez" userId="946bcc4c-b146-4724-978c-751fab731e0a" providerId="ADAL" clId="{E8E95438-7D72-4151-95E2-CCAFE31D1FDF}" dt="2026-02-15T19:14:52.987" v="1511" actId="692"/>
          <ac:cxnSpMkLst>
            <pc:docMk/>
            <pc:sldMk cId="3179078067" sldId="427"/>
            <ac:cxnSpMk id="78" creationId="{54365A7A-C103-D3E0-17A5-9FFCAA6DAB71}"/>
          </ac:cxnSpMkLst>
        </pc:cxnChg>
        <pc:cxnChg chg="mod">
          <ac:chgData name="Luis Carlos Guevara Hernandez" userId="946bcc4c-b146-4724-978c-751fab731e0a" providerId="ADAL" clId="{E8E95438-7D72-4151-95E2-CCAFE31D1FDF}" dt="2026-02-15T19:14:46.606" v="1510" actId="692"/>
          <ac:cxnSpMkLst>
            <pc:docMk/>
            <pc:sldMk cId="3179078067" sldId="427"/>
            <ac:cxnSpMk id="86" creationId="{D34AD3A0-13FE-EA3D-970F-BB44664427F6}"/>
          </ac:cxnSpMkLst>
        </pc:cxnChg>
        <pc:cxnChg chg="mod">
          <ac:chgData name="Luis Carlos Guevara Hernandez" userId="946bcc4c-b146-4724-978c-751fab731e0a" providerId="ADAL" clId="{E8E95438-7D72-4151-95E2-CCAFE31D1FDF}" dt="2026-02-15T19:15:33.476" v="1522" actId="692"/>
          <ac:cxnSpMkLst>
            <pc:docMk/>
            <pc:sldMk cId="3179078067" sldId="427"/>
            <ac:cxnSpMk id="90" creationId="{E220FF55-D40F-6080-D2D5-313CBDD1DE6E}"/>
          </ac:cxnSpMkLst>
        </pc:cxnChg>
        <pc:cxnChg chg="mod">
          <ac:chgData name="Luis Carlos Guevara Hernandez" userId="946bcc4c-b146-4724-978c-751fab731e0a" providerId="ADAL" clId="{E8E95438-7D72-4151-95E2-CCAFE31D1FDF}" dt="2026-02-15T19:15:33.476" v="1522" actId="692"/>
          <ac:cxnSpMkLst>
            <pc:docMk/>
            <pc:sldMk cId="3179078067" sldId="427"/>
            <ac:cxnSpMk id="93" creationId="{C66476F0-6FB3-6255-DA66-3968B617480D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102" creationId="{DA5C71FC-837A-1A20-DEB8-61BFD6C4E2D1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105" creationId="{AC1841BE-ABBB-246C-BCEC-2783730E4658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108" creationId="{0B48D437-43F3-8CD7-0069-98930F319F5A}"/>
          </ac:cxnSpMkLst>
        </pc:cxnChg>
        <pc:cxnChg chg="mod">
          <ac:chgData name="Luis Carlos Guevara Hernandez" userId="946bcc4c-b146-4724-978c-751fab731e0a" providerId="ADAL" clId="{E8E95438-7D72-4151-95E2-CCAFE31D1FDF}" dt="2026-02-15T19:15:00.549" v="1512" actId="208"/>
          <ac:cxnSpMkLst>
            <pc:docMk/>
            <pc:sldMk cId="3179078067" sldId="427"/>
            <ac:cxnSpMk id="115" creationId="{934FD7EC-6250-39EA-AE0D-E2BB1B9FE732}"/>
          </ac:cxnSpMkLst>
        </pc:cxnChg>
        <pc:cxnChg chg="mod">
          <ac:chgData name="Luis Carlos Guevara Hernandez" userId="946bcc4c-b146-4724-978c-751fab731e0a" providerId="ADAL" clId="{E8E95438-7D72-4151-95E2-CCAFE31D1FDF}" dt="2026-02-15T19:15:07.974" v="1514" actId="692"/>
          <ac:cxnSpMkLst>
            <pc:docMk/>
            <pc:sldMk cId="3179078067" sldId="427"/>
            <ac:cxnSpMk id="118" creationId="{F585A557-B4BE-AF2A-BF44-E461D9E980D8}"/>
          </ac:cxnSpMkLst>
        </pc:cxnChg>
        <pc:cxnChg chg="mod">
          <ac:chgData name="Luis Carlos Guevara Hernandez" userId="946bcc4c-b146-4724-978c-751fab731e0a" providerId="ADAL" clId="{E8E95438-7D72-4151-95E2-CCAFE31D1FDF}" dt="2026-02-15T19:14:14.715" v="1486" actId="692"/>
          <ac:cxnSpMkLst>
            <pc:docMk/>
            <pc:sldMk cId="3179078067" sldId="427"/>
            <ac:cxnSpMk id="131" creationId="{9AF57778-11BE-E6FF-13F2-DA6A5873C3AC}"/>
          </ac:cxnSpMkLst>
        </pc:cxnChg>
      </pc:sldChg>
      <pc:sldChg chg="add del">
        <pc:chgData name="Luis Carlos Guevara Hernandez" userId="946bcc4c-b146-4724-978c-751fab731e0a" providerId="ADAL" clId="{E8E95438-7D72-4151-95E2-CCAFE31D1FDF}" dt="2026-02-15T17:16:07.709" v="116"/>
        <pc:sldMkLst>
          <pc:docMk/>
          <pc:sldMk cId="2178594256" sldId="429"/>
        </pc:sldMkLst>
      </pc:sldChg>
      <pc:sldChg chg="addSp delSp modSp add mod delAnim modAnim">
        <pc:chgData name="Luis Carlos Guevara Hernandez" userId="946bcc4c-b146-4724-978c-751fab731e0a" providerId="ADAL" clId="{E8E95438-7D72-4151-95E2-CCAFE31D1FDF}" dt="2026-02-15T17:51:23.905" v="625" actId="1076"/>
        <pc:sldMkLst>
          <pc:docMk/>
          <pc:sldMk cId="1744037255" sldId="430"/>
        </pc:sldMkLst>
        <pc:spChg chg="add mod">
          <ac:chgData name="Luis Carlos Guevara Hernandez" userId="946bcc4c-b146-4724-978c-751fab731e0a" providerId="ADAL" clId="{E8E95438-7D72-4151-95E2-CCAFE31D1FDF}" dt="2026-02-15T17:51:23.905" v="625" actId="1076"/>
          <ac:spMkLst>
            <pc:docMk/>
            <pc:sldMk cId="1744037255" sldId="430"/>
            <ac:spMk id="6" creationId="{52CE68CD-8C69-65D3-6273-3F51BD87A3B1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7:56:21.175" v="667" actId="108"/>
        <pc:sldMkLst>
          <pc:docMk/>
          <pc:sldMk cId="3729720776" sldId="431"/>
        </pc:sldMkLst>
        <pc:spChg chg="mod">
          <ac:chgData name="Luis Carlos Guevara Hernandez" userId="946bcc4c-b146-4724-978c-751fab731e0a" providerId="ADAL" clId="{E8E95438-7D72-4151-95E2-CCAFE31D1FDF}" dt="2026-02-15T17:56:21.175" v="667" actId="108"/>
          <ac:spMkLst>
            <pc:docMk/>
            <pc:sldMk cId="3729720776" sldId="431"/>
            <ac:spMk id="16" creationId="{7EC09DCD-5523-7953-8C95-B3225F8910A6}"/>
          </ac:spMkLst>
        </pc:spChg>
        <pc:spChg chg="mod">
          <ac:chgData name="Luis Carlos Guevara Hernandez" userId="946bcc4c-b146-4724-978c-751fab731e0a" providerId="ADAL" clId="{E8E95438-7D72-4151-95E2-CCAFE31D1FDF}" dt="2026-02-15T17:56:17.595" v="666" actId="108"/>
          <ac:spMkLst>
            <pc:docMk/>
            <pc:sldMk cId="3729720776" sldId="431"/>
            <ac:spMk id="17" creationId="{7308FC71-BBFE-29D0-5BCD-41BC3C4FD723}"/>
          </ac:spMkLst>
        </pc:spChg>
        <pc:spChg chg="mod">
          <ac:chgData name="Luis Carlos Guevara Hernandez" userId="946bcc4c-b146-4724-978c-751fab731e0a" providerId="ADAL" clId="{E8E95438-7D72-4151-95E2-CCAFE31D1FDF}" dt="2026-02-15T17:56:04.024" v="662" actId="108"/>
          <ac:spMkLst>
            <pc:docMk/>
            <pc:sldMk cId="3729720776" sldId="431"/>
            <ac:spMk id="21" creationId="{FCD2D6A6-25A9-70AF-D60E-1A35F8111877}"/>
          </ac:spMkLst>
        </pc:spChg>
        <pc:spChg chg="mod">
          <ac:chgData name="Luis Carlos Guevara Hernandez" userId="946bcc4c-b146-4724-978c-751fab731e0a" providerId="ADAL" clId="{E8E95438-7D72-4151-95E2-CCAFE31D1FDF}" dt="2026-02-15T17:56:07.753" v="663" actId="207"/>
          <ac:spMkLst>
            <pc:docMk/>
            <pc:sldMk cId="3729720776" sldId="431"/>
            <ac:spMk id="22" creationId="{E893BFCA-1289-E630-6AA3-B5A1A5CBDEE2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8:09:47.862" v="883" actId="207"/>
        <pc:sldMkLst>
          <pc:docMk/>
          <pc:sldMk cId="3079323466" sldId="432"/>
        </pc:sldMkLst>
        <pc:spChg chg="mod">
          <ac:chgData name="Luis Carlos Guevara Hernandez" userId="946bcc4c-b146-4724-978c-751fab731e0a" providerId="ADAL" clId="{E8E95438-7D72-4151-95E2-CCAFE31D1FDF}" dt="2026-02-15T18:09:40.799" v="881" actId="108"/>
          <ac:spMkLst>
            <pc:docMk/>
            <pc:sldMk cId="3079323466" sldId="432"/>
            <ac:spMk id="21" creationId="{25CAB408-D868-0EEF-F510-D53B7123F07B}"/>
          </ac:spMkLst>
        </pc:spChg>
        <pc:spChg chg="mod">
          <ac:chgData name="Luis Carlos Guevara Hernandez" userId="946bcc4c-b146-4724-978c-751fab731e0a" providerId="ADAL" clId="{E8E95438-7D72-4151-95E2-CCAFE31D1FDF}" dt="2026-02-15T18:09:45.063" v="882" actId="108"/>
          <ac:spMkLst>
            <pc:docMk/>
            <pc:sldMk cId="3079323466" sldId="432"/>
            <ac:spMk id="22" creationId="{3199274A-CBD6-EB39-7961-91D9167D9E10}"/>
          </ac:spMkLst>
        </pc:spChg>
        <pc:spChg chg="mod">
          <ac:chgData name="Luis Carlos Guevara Hernandez" userId="946bcc4c-b146-4724-978c-751fab731e0a" providerId="ADAL" clId="{E8E95438-7D72-4151-95E2-CCAFE31D1FDF}" dt="2026-02-15T18:09:47.862" v="883" actId="207"/>
          <ac:spMkLst>
            <pc:docMk/>
            <pc:sldMk cId="3079323466" sldId="432"/>
            <ac:spMk id="23" creationId="{06EB01BC-73F7-985F-4D58-F32B83831484}"/>
          </ac:spMkLst>
        </pc:spChg>
        <pc:spChg chg="mod">
          <ac:chgData name="Luis Carlos Guevara Hernandez" userId="946bcc4c-b146-4724-978c-751fab731e0a" providerId="ADAL" clId="{E8E95438-7D72-4151-95E2-CCAFE31D1FDF}" dt="2026-02-15T18:09:47.862" v="883" actId="207"/>
          <ac:spMkLst>
            <pc:docMk/>
            <pc:sldMk cId="3079323466" sldId="432"/>
            <ac:spMk id="26" creationId="{4E988698-5453-30CB-09A2-E18FCB386CFE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8:55:42.260" v="1107" actId="207"/>
        <pc:sldMkLst>
          <pc:docMk/>
          <pc:sldMk cId="248035145" sldId="433"/>
        </pc:sldMkLst>
        <pc:spChg chg="mod">
          <ac:chgData name="Luis Carlos Guevara Hernandez" userId="946bcc4c-b146-4724-978c-751fab731e0a" providerId="ADAL" clId="{E8E95438-7D72-4151-95E2-CCAFE31D1FDF}" dt="2026-02-15T18:55:42.260" v="1107" actId="207"/>
          <ac:spMkLst>
            <pc:docMk/>
            <pc:sldMk cId="248035145" sldId="433"/>
            <ac:spMk id="23" creationId="{D479CC18-B23B-5BC9-3C38-6A0BDF16DCA8}"/>
          </ac:spMkLst>
        </pc:spChg>
        <pc:spChg chg="mod">
          <ac:chgData name="Luis Carlos Guevara Hernandez" userId="946bcc4c-b146-4724-978c-751fab731e0a" providerId="ADAL" clId="{E8E95438-7D72-4151-95E2-CCAFE31D1FDF}" dt="2026-02-15T18:55:42.260" v="1107" actId="207"/>
          <ac:spMkLst>
            <pc:docMk/>
            <pc:sldMk cId="248035145" sldId="433"/>
            <ac:spMk id="26" creationId="{F7C0AB65-A850-A378-3221-BD89A82A8A88}"/>
          </ac:spMkLst>
        </pc:spChg>
        <pc:spChg chg="mod">
          <ac:chgData name="Luis Carlos Guevara Hernandez" userId="946bcc4c-b146-4724-978c-751fab731e0a" providerId="ADAL" clId="{E8E95438-7D72-4151-95E2-CCAFE31D1FDF}" dt="2026-02-15T18:55:23.209" v="1106" actId="207"/>
          <ac:spMkLst>
            <pc:docMk/>
            <pc:sldMk cId="248035145" sldId="433"/>
            <ac:spMk id="27" creationId="{7EF11C31-5E33-DE52-6CA7-BF5C9113D55C}"/>
          </ac:spMkLst>
        </pc:spChg>
        <pc:spChg chg="mod">
          <ac:chgData name="Luis Carlos Guevara Hernandez" userId="946bcc4c-b146-4724-978c-751fab731e0a" providerId="ADAL" clId="{E8E95438-7D72-4151-95E2-CCAFE31D1FDF}" dt="2026-02-15T18:55:16.086" v="1105" actId="207"/>
          <ac:spMkLst>
            <pc:docMk/>
            <pc:sldMk cId="248035145" sldId="433"/>
            <ac:spMk id="29" creationId="{5178042E-69A4-52D0-6210-97029753AA37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9:16:05.569" v="1528" actId="207"/>
        <pc:sldMkLst>
          <pc:docMk/>
          <pc:sldMk cId="2010498749" sldId="434"/>
        </pc:sldMkLst>
        <pc:spChg chg="mod">
          <ac:chgData name="Luis Carlos Guevara Hernandez" userId="946bcc4c-b146-4724-978c-751fab731e0a" providerId="ADAL" clId="{E8E95438-7D72-4151-95E2-CCAFE31D1FDF}" dt="2026-02-15T19:15:56.037" v="1526" actId="108"/>
          <ac:spMkLst>
            <pc:docMk/>
            <pc:sldMk cId="2010498749" sldId="434"/>
            <ac:spMk id="27" creationId="{5D20F456-6393-B833-9C43-11D31775DC56}"/>
          </ac:spMkLst>
        </pc:spChg>
        <pc:spChg chg="mod">
          <ac:chgData name="Luis Carlos Guevara Hernandez" userId="946bcc4c-b146-4724-978c-751fab731e0a" providerId="ADAL" clId="{E8E95438-7D72-4151-95E2-CCAFE31D1FDF}" dt="2026-02-15T19:16:02.355" v="1527" actId="207"/>
          <ac:spMkLst>
            <pc:docMk/>
            <pc:sldMk cId="2010498749" sldId="434"/>
            <ac:spMk id="29" creationId="{40D67E1B-6B1A-EBC6-296E-8D49F5DA9B44}"/>
          </ac:spMkLst>
        </pc:spChg>
        <pc:spChg chg="mod">
          <ac:chgData name="Luis Carlos Guevara Hernandez" userId="946bcc4c-b146-4724-978c-751fab731e0a" providerId="ADAL" clId="{E8E95438-7D72-4151-95E2-CCAFE31D1FDF}" dt="2026-02-15T19:16:05.569" v="1528" actId="207"/>
          <ac:spMkLst>
            <pc:docMk/>
            <pc:sldMk cId="2010498749" sldId="434"/>
            <ac:spMk id="30" creationId="{E786EB52-F8FD-A13E-E4CC-05E4124FA6B7}"/>
          </ac:spMkLst>
        </pc:spChg>
        <pc:spChg chg="mod">
          <ac:chgData name="Luis Carlos Guevara Hernandez" userId="946bcc4c-b146-4724-978c-751fab731e0a" providerId="ADAL" clId="{E8E95438-7D72-4151-95E2-CCAFE31D1FDF}" dt="2026-02-15T19:16:05.569" v="1528" actId="207"/>
          <ac:spMkLst>
            <pc:docMk/>
            <pc:sldMk cId="2010498749" sldId="434"/>
            <ac:spMk id="31" creationId="{9D7AB15C-7C9E-DFBB-78C5-81227115820A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9:20:53.014" v="1611" actId="207"/>
        <pc:sldMkLst>
          <pc:docMk/>
          <pc:sldMk cId="835068506" sldId="435"/>
        </pc:sldMkLst>
        <pc:spChg chg="mod">
          <ac:chgData name="Luis Carlos Guevara Hernandez" userId="946bcc4c-b146-4724-978c-751fab731e0a" providerId="ADAL" clId="{E8E95438-7D72-4151-95E2-CCAFE31D1FDF}" dt="2026-02-15T19:20:49.576" v="1610" actId="207"/>
          <ac:spMkLst>
            <pc:docMk/>
            <pc:sldMk cId="835068506" sldId="435"/>
            <ac:spMk id="30" creationId="{A4C4565A-9AF6-6766-BC16-B7430433D733}"/>
          </ac:spMkLst>
        </pc:spChg>
        <pc:spChg chg="mod">
          <ac:chgData name="Luis Carlos Guevara Hernandez" userId="946bcc4c-b146-4724-978c-751fab731e0a" providerId="ADAL" clId="{E8E95438-7D72-4151-95E2-CCAFE31D1FDF}" dt="2026-02-15T19:20:49.576" v="1610" actId="207"/>
          <ac:spMkLst>
            <pc:docMk/>
            <pc:sldMk cId="835068506" sldId="435"/>
            <ac:spMk id="31" creationId="{98D3FE3D-2405-8212-184D-923F67FD774D}"/>
          </ac:spMkLst>
        </pc:spChg>
        <pc:spChg chg="mod">
          <ac:chgData name="Luis Carlos Guevara Hernandez" userId="946bcc4c-b146-4724-978c-751fab731e0a" providerId="ADAL" clId="{E8E95438-7D72-4151-95E2-CCAFE31D1FDF}" dt="2026-02-15T19:20:53.014" v="1611" actId="207"/>
          <ac:spMkLst>
            <pc:docMk/>
            <pc:sldMk cId="835068506" sldId="435"/>
            <ac:spMk id="32" creationId="{FEA25926-97C7-0ADA-6344-47A3FDD7D0C6}"/>
          </ac:spMkLst>
        </pc:spChg>
        <pc:spChg chg="mod">
          <ac:chgData name="Luis Carlos Guevara Hernandez" userId="946bcc4c-b146-4724-978c-751fab731e0a" providerId="ADAL" clId="{E8E95438-7D72-4151-95E2-CCAFE31D1FDF}" dt="2026-02-15T19:20:53.014" v="1611" actId="207"/>
          <ac:spMkLst>
            <pc:docMk/>
            <pc:sldMk cId="835068506" sldId="435"/>
            <ac:spMk id="37" creationId="{6727BA3F-221E-3F2A-D667-A1CAE1F8EBDC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9:46:15.734" v="1989" actId="20577"/>
        <pc:sldMkLst>
          <pc:docMk/>
          <pc:sldMk cId="1119493880" sldId="436"/>
        </pc:sldMkLst>
        <pc:spChg chg="mod">
          <ac:chgData name="Luis Carlos Guevara Hernandez" userId="946bcc4c-b146-4724-978c-751fab731e0a" providerId="ADAL" clId="{E8E95438-7D72-4151-95E2-CCAFE31D1FDF}" dt="2026-02-15T19:46:15.734" v="1989" actId="20577"/>
          <ac:spMkLst>
            <pc:docMk/>
            <pc:sldMk cId="1119493880" sldId="436"/>
            <ac:spMk id="2" creationId="{5F0EF40F-97B7-FF5A-F641-377F6A83E38A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9:45:56.220" v="1975" actId="207"/>
        <pc:sldMkLst>
          <pc:docMk/>
          <pc:sldMk cId="1424548480" sldId="437"/>
        </pc:sldMkLst>
        <pc:spChg chg="mod">
          <ac:chgData name="Luis Carlos Guevara Hernandez" userId="946bcc4c-b146-4724-978c-751fab731e0a" providerId="ADAL" clId="{E8E95438-7D72-4151-95E2-CCAFE31D1FDF}" dt="2026-02-15T19:45:56.220" v="1975" actId="207"/>
          <ac:spMkLst>
            <pc:docMk/>
            <pc:sldMk cId="1424548480" sldId="437"/>
            <ac:spMk id="5" creationId="{2E5FB85D-7E0C-60F6-D6B5-B56517F677F9}"/>
          </ac:spMkLst>
        </pc:spChg>
        <pc:spChg chg="mod">
          <ac:chgData name="Luis Carlos Guevara Hernandez" userId="946bcc4c-b146-4724-978c-751fab731e0a" providerId="ADAL" clId="{E8E95438-7D72-4151-95E2-CCAFE31D1FDF}" dt="2026-02-15T19:45:56.220" v="1975" actId="207"/>
          <ac:spMkLst>
            <pc:docMk/>
            <pc:sldMk cId="1424548480" sldId="437"/>
            <ac:spMk id="10" creationId="{3146AD13-8C65-7A31-4BA0-8D03984D8775}"/>
          </ac:spMkLst>
        </pc:spChg>
        <pc:spChg chg="mod">
          <ac:chgData name="Luis Carlos Guevara Hernandez" userId="946bcc4c-b146-4724-978c-751fab731e0a" providerId="ADAL" clId="{E8E95438-7D72-4151-95E2-CCAFE31D1FDF}" dt="2026-02-15T19:45:46.607" v="1973" actId="207"/>
          <ac:spMkLst>
            <pc:docMk/>
            <pc:sldMk cId="1424548480" sldId="437"/>
            <ac:spMk id="16" creationId="{5FA9D615-13A9-AC01-E8EA-76EC03B70DEF}"/>
          </ac:spMkLst>
        </pc:spChg>
        <pc:spChg chg="mod">
          <ac:chgData name="Luis Carlos Guevara Hernandez" userId="946bcc4c-b146-4724-978c-751fab731e0a" providerId="ADAL" clId="{E8E95438-7D72-4151-95E2-CCAFE31D1FDF}" dt="2026-02-15T19:45:46.607" v="1973" actId="207"/>
          <ac:spMkLst>
            <pc:docMk/>
            <pc:sldMk cId="1424548480" sldId="437"/>
            <ac:spMk id="17" creationId="{F0DDCFE9-8C24-8262-47B7-CA0F7748B374}"/>
          </ac:spMkLst>
        </pc:spChg>
        <pc:spChg chg="mod">
          <ac:chgData name="Luis Carlos Guevara Hernandez" userId="946bcc4c-b146-4724-978c-751fab731e0a" providerId="ADAL" clId="{E8E95438-7D72-4151-95E2-CCAFE31D1FDF}" dt="2026-02-15T19:45:50.179" v="1974" actId="207"/>
          <ac:spMkLst>
            <pc:docMk/>
            <pc:sldMk cId="1424548480" sldId="437"/>
            <ac:spMk id="21" creationId="{134C8A8E-CF95-B3CC-06EB-653BA2363082}"/>
          </ac:spMkLst>
        </pc:spChg>
        <pc:spChg chg="mod">
          <ac:chgData name="Luis Carlos Guevara Hernandez" userId="946bcc4c-b146-4724-978c-751fab731e0a" providerId="ADAL" clId="{E8E95438-7D72-4151-95E2-CCAFE31D1FDF}" dt="2026-02-15T19:45:50.179" v="1974" actId="207"/>
          <ac:spMkLst>
            <pc:docMk/>
            <pc:sldMk cId="1424548480" sldId="437"/>
            <ac:spMk id="22" creationId="{B6BE9DA5-CC76-18FE-F12C-7391E5DE03FC}"/>
          </ac:spMkLst>
        </pc:spChg>
      </pc:sldChg>
      <pc:sldChg chg="modSp add mod">
        <pc:chgData name="Luis Carlos Guevara Hernandez" userId="946bcc4c-b146-4724-978c-751fab731e0a" providerId="ADAL" clId="{E8E95438-7D72-4151-95E2-CCAFE31D1FDF}" dt="2026-02-15T19:46:44.741" v="2025" actId="20577"/>
        <pc:sldMkLst>
          <pc:docMk/>
          <pc:sldMk cId="2431258662" sldId="438"/>
        </pc:sldMkLst>
        <pc:spChg chg="mod">
          <ac:chgData name="Luis Carlos Guevara Hernandez" userId="946bcc4c-b146-4724-978c-751fab731e0a" providerId="ADAL" clId="{E8E95438-7D72-4151-95E2-CCAFE31D1FDF}" dt="2026-02-15T19:46:44.741" v="2025" actId="20577"/>
          <ac:spMkLst>
            <pc:docMk/>
            <pc:sldMk cId="2431258662" sldId="438"/>
            <ac:spMk id="2" creationId="{750BDBA3-8B3E-936F-7FD3-EA5841335882}"/>
          </ac:spMkLst>
        </pc:spChg>
      </pc:sldChg>
      <pc:sldChg chg="addSp delSp modSp add mod delAnim">
        <pc:chgData name="Luis Carlos Guevara Hernandez" userId="946bcc4c-b146-4724-978c-751fab731e0a" providerId="ADAL" clId="{E8E95438-7D72-4151-95E2-CCAFE31D1FDF}" dt="2026-02-15T19:58:46.368" v="2249" actId="1076"/>
        <pc:sldMkLst>
          <pc:docMk/>
          <pc:sldMk cId="3033459060" sldId="439"/>
        </pc:sldMkLst>
        <pc:spChg chg="mod">
          <ac:chgData name="Luis Carlos Guevara Hernandez" userId="946bcc4c-b146-4724-978c-751fab731e0a" providerId="ADAL" clId="{E8E95438-7D72-4151-95E2-CCAFE31D1FDF}" dt="2026-02-15T19:55:21.538" v="2169" actId="1076"/>
          <ac:spMkLst>
            <pc:docMk/>
            <pc:sldMk cId="3033459060" sldId="439"/>
            <ac:spMk id="2" creationId="{78E1B1D9-950D-6013-CCDA-9DF8AE6C7E35}"/>
          </ac:spMkLst>
        </pc:spChg>
        <pc:spChg chg="add mod">
          <ac:chgData name="Luis Carlos Guevara Hernandez" userId="946bcc4c-b146-4724-978c-751fab731e0a" providerId="ADAL" clId="{E8E95438-7D72-4151-95E2-CCAFE31D1FDF}" dt="2026-02-15T19:58:46.368" v="2249" actId="1076"/>
          <ac:spMkLst>
            <pc:docMk/>
            <pc:sldMk cId="3033459060" sldId="439"/>
            <ac:spMk id="8" creationId="{5DA7B4EA-B5E4-8710-8973-C6F900E843D7}"/>
          </ac:spMkLst>
        </pc:spChg>
      </pc:sldChg>
      <pc:sldMasterChg chg="modSldLayout">
        <pc:chgData name="Luis Carlos Guevara Hernandez" userId="946bcc4c-b146-4724-978c-751fab731e0a" providerId="ADAL" clId="{E8E95438-7D72-4151-95E2-CCAFE31D1FDF}" dt="2026-02-15T17:17:02.068" v="119"/>
        <pc:sldMasterMkLst>
          <pc:docMk/>
          <pc:sldMasterMk cId="2460954070" sldId="2147483660"/>
        </pc:sldMasterMkLst>
        <pc:sldLayoutChg chg="addSp delSp modSp">
          <pc:chgData name="Luis Carlos Guevara Hernandez" userId="946bcc4c-b146-4724-978c-751fab731e0a" providerId="ADAL" clId="{E8E95438-7D72-4151-95E2-CCAFE31D1FDF}" dt="2026-02-15T17:17:02.068" v="119"/>
          <pc:sldLayoutMkLst>
            <pc:docMk/>
            <pc:sldMasterMk cId="2460954070" sldId="2147483660"/>
            <pc:sldLayoutMk cId="2385387890" sldId="2147483661"/>
          </pc:sldLayoutMkLst>
          <pc:spChg chg="add mod">
            <ac:chgData name="Luis Carlos Guevara Hernandez" userId="946bcc4c-b146-4724-978c-751fab731e0a" providerId="ADAL" clId="{E8E95438-7D72-4151-95E2-CCAFE31D1FDF}" dt="2026-02-15T17:16:46.996" v="118"/>
            <ac:spMkLst>
              <pc:docMk/>
              <pc:sldMasterMk cId="2460954070" sldId="2147483660"/>
              <pc:sldLayoutMk cId="2385387890" sldId="2147483661"/>
              <ac:spMk id="2" creationId="{B5FD6159-84A4-648F-581B-AEC2FCB23241}"/>
            </ac:spMkLst>
          </pc:spChg>
          <pc:spChg chg="add mod">
            <ac:chgData name="Luis Carlos Guevara Hernandez" userId="946bcc4c-b146-4724-978c-751fab731e0a" providerId="ADAL" clId="{E8E95438-7D72-4151-95E2-CCAFE31D1FDF}" dt="2026-02-15T17:16:46.996" v="118"/>
            <ac:spMkLst>
              <pc:docMk/>
              <pc:sldMasterMk cId="2460954070" sldId="2147483660"/>
              <pc:sldLayoutMk cId="2385387890" sldId="2147483661"/>
              <ac:spMk id="4" creationId="{BC0D7169-82F6-83F4-607B-54FB7B9E3801}"/>
            </ac:spMkLst>
          </pc:spChg>
          <pc:spChg chg="add mod">
            <ac:chgData name="Luis Carlos Guevara Hernandez" userId="946bcc4c-b146-4724-978c-751fab731e0a" providerId="ADAL" clId="{E8E95438-7D72-4151-95E2-CCAFE31D1FDF}" dt="2026-02-15T17:17:02.068" v="119"/>
            <ac:spMkLst>
              <pc:docMk/>
              <pc:sldMasterMk cId="2460954070" sldId="2147483660"/>
              <pc:sldLayoutMk cId="2385387890" sldId="2147483661"/>
              <ac:spMk id="7" creationId="{286B8523-01CA-26FD-B688-2DCA175C7569}"/>
            </ac:spMkLst>
          </pc:spChg>
          <pc:picChg chg="add mod">
            <ac:chgData name="Luis Carlos Guevara Hernandez" userId="946bcc4c-b146-4724-978c-751fab731e0a" providerId="ADAL" clId="{E8E95438-7D72-4151-95E2-CCAFE31D1FDF}" dt="2026-02-15T17:16:46.996" v="118"/>
            <ac:picMkLst>
              <pc:docMk/>
              <pc:sldMasterMk cId="2460954070" sldId="2147483660"/>
              <pc:sldLayoutMk cId="2385387890" sldId="2147483661"/>
              <ac:picMk id="3" creationId="{E59B1058-1C59-32A0-E67A-62FDE2FFFB4B}"/>
            </ac:picMkLst>
          </pc:picChg>
        </pc:sldLayoutChg>
      </pc:sldMasterChg>
    </pc:docChg>
  </pc:docChgLst>
  <pc:docChgLst>
    <pc:chgData name="Usuario invitado" userId="S::urn:spo:tenantanon#f1e6c2bd-6875-4cee-ae9b-41d36acf9baa::" providerId="AD" clId="Web-{ECDCD6B0-B107-80C7-9047-0C622EF3D44D}"/>
    <pc:docChg chg="modSld">
      <pc:chgData name="Usuario invitado" userId="S::urn:spo:tenantanon#f1e6c2bd-6875-4cee-ae9b-41d36acf9baa::" providerId="AD" clId="Web-{ECDCD6B0-B107-80C7-9047-0C622EF3D44D}" dt="2026-02-25T13:38:54.354" v="8" actId="20577"/>
      <pc:docMkLst>
        <pc:docMk/>
      </pc:docMkLst>
      <pc:sldChg chg="modSp">
        <pc:chgData name="Usuario invitado" userId="S::urn:spo:tenantanon#f1e6c2bd-6875-4cee-ae9b-41d36acf9baa::" providerId="AD" clId="Web-{ECDCD6B0-B107-80C7-9047-0C622EF3D44D}" dt="2026-02-25T12:56:59.986" v="0" actId="20577"/>
        <pc:sldMkLst>
          <pc:docMk/>
          <pc:sldMk cId="818249880" sldId="387"/>
        </pc:sldMkLst>
        <pc:spChg chg="mod">
          <ac:chgData name="Usuario invitado" userId="S::urn:spo:tenantanon#f1e6c2bd-6875-4cee-ae9b-41d36acf9baa::" providerId="AD" clId="Web-{ECDCD6B0-B107-80C7-9047-0C622EF3D44D}" dt="2026-02-25T12:56:59.986" v="0" actId="20577"/>
          <ac:spMkLst>
            <pc:docMk/>
            <pc:sldMk cId="818249880" sldId="387"/>
            <ac:spMk id="2" creationId="{88A31A1C-F4BE-C699-F224-43F94DA9E6DD}"/>
          </ac:spMkLst>
        </pc:spChg>
      </pc:sldChg>
      <pc:sldChg chg="modSp">
        <pc:chgData name="Usuario invitado" userId="S::urn:spo:tenantanon#f1e6c2bd-6875-4cee-ae9b-41d36acf9baa::" providerId="AD" clId="Web-{ECDCD6B0-B107-80C7-9047-0C622EF3D44D}" dt="2026-02-25T13:38:54.354" v="8" actId="20577"/>
        <pc:sldMkLst>
          <pc:docMk/>
          <pc:sldMk cId="4115963807" sldId="426"/>
        </pc:sldMkLst>
        <pc:spChg chg="mod">
          <ac:chgData name="Usuario invitado" userId="S::urn:spo:tenantanon#f1e6c2bd-6875-4cee-ae9b-41d36acf9baa::" providerId="AD" clId="Web-{ECDCD6B0-B107-80C7-9047-0C622EF3D44D}" dt="2026-02-25T13:38:54.354" v="8" actId="20577"/>
          <ac:spMkLst>
            <pc:docMk/>
            <pc:sldMk cId="4115963807" sldId="426"/>
            <ac:spMk id="13" creationId="{82BE130A-E34A-EEBE-07D3-1B7A109811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FE5E-275E-CD26-A231-E68B74E9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5C074-8917-C434-5410-1D2D5D195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9A3A8-5087-E63A-0564-E49B95698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23BFF-7FB5-FE9D-C575-30796524A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51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AF08-5361-8645-E9B5-D505D4CB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C5C4F-D130-8F23-A077-9EF2D6D93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97DA7-6F89-67A0-3EBE-D23A3E661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D818B-1506-4C0D-ADF1-4F7228AB7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192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8BEB-CE78-E241-2B6F-CA851A7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4766F-C934-37B1-7DD1-1A644830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71ACE-83B7-FDA1-8387-0F8034672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6B75-5CFE-6703-22A8-62439BFF6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048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7A0A-6EFD-B01B-EC1F-38FE536D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B3561-1019-732E-E36E-EA04934DE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650B-7620-BB1F-FA20-AE3D2B353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9C63-A79D-F6B4-9D37-0199E55A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700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A318-1BEE-0E88-7CD2-772F744F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B6710-4CAB-CCB6-4812-E0399E81E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FC4D4-6EF4-2EBC-41D6-067868FE6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FB92A-FB42-A4A4-C0ED-AA8BEBA91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948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6F40-838A-6D53-4234-BCDC2E5E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45A52-3652-CC01-6B21-F80632E5E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9C24F-EBD1-2AFD-D8AF-9A4439379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8F65-B640-B4A8-08AF-A0B6066A3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88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B2B9-BCA6-88CF-28AF-B3CFDBDB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06382-CBA0-CA3E-926E-09EDA1D56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2B565-8CBB-6187-AD9A-523E4E7A9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40B8-6702-EA54-9A0A-9E94A13A6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659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E5E0-4652-B154-D361-F9110619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642AD-D911-171F-3B58-D4DD76010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D310E-AD43-725C-87EC-1A3C8F43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9969D-1B27-7698-14C0-5124F5575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912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14D6-375F-3886-DE10-0F52497C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8CBDF-8583-B80E-485E-CDEF3A6D0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98816-5022-CB89-6800-F7605747F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EE8BB-6873-13A1-E6C7-A698DC3AD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136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D8D6-3C02-AEB7-97AA-37F2743C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0E894-7A83-2278-5BEC-D87B76475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EA57F-73B2-EDB3-AC63-FDCD5CA2E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DF98E-1A40-8A03-BDD4-7FB2EB774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755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84A3-4209-F885-CFB2-996227E6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B598D-F66A-0CAC-CC5D-AF20E96D9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96787-3CD6-2AD5-6228-3927AB32F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B4D5E-13BA-FCCB-03C9-EF8387B15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932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5277-3029-7ACB-9330-33B1688E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F9006-67C6-EA30-1CF1-7A8FA6F32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4803B-5E3C-C302-1EA4-C7233AE2E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9ACB-85EB-BE78-4ACA-243653394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18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33DB-A102-605C-A055-FC2AC9B7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47FF0-E5A0-2926-B8E0-D1629E92F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BD74C-9073-B44E-AD89-69590AC04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BC651-9DBB-FCED-84DA-8907028CA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749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CE40-DC80-E24A-9BC5-B7D3E9EC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AEE65-63E8-E2A2-100E-1885F220D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EB61A-D388-CF80-32F2-526C4A2BB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3671C-7940-5139-008A-C2370E1AE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601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DE87-3C5E-C20F-CA60-AFB6D2BB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5E87E-51A8-D00B-A9A2-C12E54E0C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30029-E5A9-B4E1-09EA-8082C73E8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23E0F-4C65-D0E0-01E7-CF95DA3ED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834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C34A-E465-4FA0-895D-47DFA6B9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D527C-0FB1-AB37-6327-D5304A1C9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DEB41-C29F-6A88-4E4A-FE01150A8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08B50-46BB-B8F1-0460-6099B3831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448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85E3-2839-9AA9-F0E7-25BEB6A2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B5D5A-1AE6-DF97-00C5-F6C4CA209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243A5-AC2A-E3A2-3154-E45055B90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2CE93-AB7E-ABB7-8624-9A7397659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517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1B886-2026-99F6-1ED2-6C435CCD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CE880-2D40-501B-A6C2-E0DF18221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FF4EB-64A1-B6DF-0E45-86DD32927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3133-0B1E-BD62-AD0F-41F322198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308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EA430-7F15-CA6C-EA3E-F9DC6A1B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C2318-28FA-EA93-E757-BAAAE98CA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6E4B0-9036-BD39-66CD-6774BCA3F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BEEE8-2CD6-C8A6-BC72-6124120BA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391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974A-6EED-EF63-385F-5FF28A60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12835-4646-E301-59CE-3574BEC4C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A9197-7D07-CE02-54F0-299020D5F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836E9-499E-96A0-28D2-855E88288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613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F223-083E-BCAA-9872-B3A16EDF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53F9B-BA14-FE51-B772-8DE227939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92906-5085-141D-42E9-072CBD805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90858-BA36-4CD7-22CB-B7B22E253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329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182B-EB06-40A0-3AFD-ECAF5068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033A6-B6FB-BA47-A36A-4EB3C4E55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5D32A-694D-1349-FB3C-358B59052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0E676-7A19-2A74-5016-7038D6BE3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432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58084-7B36-A5EF-17B7-295ACBDB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424D3-C719-7819-D5CA-915EB9E68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64346-BAB9-0964-9EB1-DB7B45D71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09083-C8EB-433F-4612-BB1BF8D48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237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5AB7-253D-64D5-3701-CF4E5C9B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542E8-FAA4-66D4-9D97-39DA479AA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6E9D8-6CA8-995F-BFE1-52BBA62FE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49EC-412B-BDCD-633D-989FF7852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665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CD0B-EDFF-CBF2-C8BC-FAAEB0A8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EC2A4-8BF9-436B-BBBC-7D633D4E8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93D5B-4365-4B6C-EED8-D5E442673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8C78B-C069-E8C0-F59A-0250150F3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139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BB3C-53F0-08B8-E8C2-E41A13E3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94033-A13A-41B1-FFA4-371E7EF17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C5B47-B708-4BFE-70B0-BB398BD84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21555-2B54-286D-429A-93DE112B8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607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4BFC-C8D1-42EF-C0CE-A2BDDE6D6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CBDF2-E1E5-121E-E004-C18F337F5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F71F3-98D9-1C62-10D3-7C6DC6139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5C7F8-CB8C-40AF-D757-A7AEE399E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3189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7EF5-62F3-6279-B0A8-25AEF560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A0D0D-DC0A-0402-8E4D-30755C693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27EA6-BFE4-875D-0984-1515AA05F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D7868-C28C-3239-B7D0-DAB88B607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112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3BA6-1600-937D-D4C8-D7DEC9E0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4381F-62A1-6281-2564-ADF54F701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66B50-12F3-C9B2-B32C-186E7F01A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441DC-44B7-F992-91CB-FBF037C8D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556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E97C-11C9-5269-10A9-FC57F7F5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DE1D3-6BC3-8173-AC17-F1881B709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09072-DC84-9857-9236-AD93C1687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D099-CE59-4750-8597-BE7C128A2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039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90CE-5641-122F-B3B8-CE9C44FE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AD593-C9EF-DDD4-ADBE-28DC167F3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C4826-FBAE-F20D-65F5-E7C2C5894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51B18-3170-3271-9087-745F857B7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9415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59F8-4E88-F6EC-E9CF-1E7FF9BB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D4E1F-2CD5-8E1B-B8C5-B7B1F94C5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A5888-B466-0326-CC57-1CD935584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2BB5-34AE-CA1B-991A-5326F5A8D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0534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3780-E9FB-CDDB-8048-2AEA5DB2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58DFE-35A7-0DC2-25E1-C74105315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2FBC3-C724-54A0-63BD-2A39E532F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9F01C-C886-3C28-AE79-3610B29F0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9491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1A3A-AAE0-396F-FC7F-624B65A9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3A857-369A-70BF-EDC3-3F999B0E6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FD7DD-FEA8-9EC5-6428-2C8A6678B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73F5-3A09-3CC9-E77C-D95E51DF9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557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FD6159-84A4-648F-581B-AEC2FCB2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979" y="635574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4" descr="No hay ninguna descripción de la foto disponible.">
            <a:extLst>
              <a:ext uri="{FF2B5EF4-FFF2-40B4-BE49-F238E27FC236}">
                <a16:creationId xmlns:a16="http://schemas.microsoft.com/office/drawing/2014/main" id="{E59B1058-1C59-32A0-E67A-62FDE2FFFB4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D7169-82F6-83F4-607B-54FB7B9E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25/02/2026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6B8523-01CA-26FD-B688-2DCA175C7569}"/>
              </a:ext>
            </a:extLst>
          </p:cNvPr>
          <p:cNvSpPr txBox="1">
            <a:spLocks/>
          </p:cNvSpPr>
          <p:nvPr userDrawn="1"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25/02/2026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25/02/2026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25/02/2026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25/02/2026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25/02/2026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25/02/2026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7979" y="635574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25/02/2026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57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Data </a:t>
            </a:r>
            <a:r>
              <a:rPr lang="es-CO" err="1"/>
              <a:t>analysis</a:t>
            </a: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67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59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25/02/2026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1618DE-C54F-193B-DBCC-D6A939F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247584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25/02/2026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4ED399-6FD4-2535-A835-ACCAD9E6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4138904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0C23ED-7B40-1209-1274-53B29E23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817963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25/02/2026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503D-13EA-A43F-9429-828FB64E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15223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25/02/2026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C0C2EF-D2C8-DD6B-2319-FAFD5B82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8458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25/02/2026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9FFDD5-6692-2401-BAB9-B10D497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958207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25/02/2026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F9FF4A-A10B-6320-ECE3-A7B5A711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98975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25/02/2026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5E806EC-8377-227F-578A-BEE63E01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428959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25/02/2026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4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ylervigen.com/spurious-correlation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uexternadoedu-my.sharepoint.com/:b:/g/personal/luis_guevara_uexternado_edu_co/Edt0HomNkElNnS65W2XjP7EBNYBCIuynFiFy-QLT_Us1qg?e=GRv5GI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BABEB-0C88-0E51-DD5B-4D3272C9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3C65A37-3009-0D41-3A50-36E7B5DB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noProof="0" smtClean="0">
                <a:solidFill>
                  <a:schemeClr val="bg1"/>
                </a:solidFill>
              </a:rPr>
              <a:t>1</a:t>
            </a:fld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F4B6974-99FE-E959-1307-10CF0CBA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6E845D0-70B0-405D-A6BF-798C9CBE9027}" type="datetime1">
              <a:rPr lang="en-GB" noProof="0" smtClean="0">
                <a:solidFill>
                  <a:schemeClr val="bg1"/>
                </a:solidFill>
              </a:rPr>
              <a:t>25/02/2026</a:t>
            </a:fld>
            <a:endParaRPr lang="en-GB" noProof="0">
              <a:solidFill>
                <a:schemeClr val="bg1"/>
              </a:solidFill>
            </a:endParaRPr>
          </a:p>
        </p:txBody>
      </p:sp>
      <p:pic>
        <p:nvPicPr>
          <p:cNvPr id="2050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1C937258-17B1-E649-1CFD-35A858BBD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71562" y="35780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CDC2C7-D149-8CAC-9016-2EBC9CAF71B6}"/>
              </a:ext>
            </a:extLst>
          </p:cNvPr>
          <p:cNvSpPr txBox="1"/>
          <p:nvPr/>
        </p:nvSpPr>
        <p:spPr>
          <a:xfrm>
            <a:off x="1071561" y="1839366"/>
            <a:ext cx="5626693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GB" sz="4800" noProof="0">
                <a:solidFill>
                  <a:schemeClr val="bg1"/>
                </a:solidFill>
                <a:latin typeface="Aptos Black" panose="020F0502020204030204" pitchFamily="34" charset="0"/>
              </a:rPr>
              <a:t>Use of</a:t>
            </a:r>
            <a:br>
              <a:rPr lang="en-GB" sz="4800" noProof="0">
                <a:solidFill>
                  <a:schemeClr val="bg1"/>
                </a:solidFill>
                <a:latin typeface="Aptos Black" panose="020F0502020204030204" pitchFamily="34" charset="0"/>
              </a:rPr>
            </a:br>
            <a:r>
              <a:rPr lang="en-GB" sz="4800" noProof="0">
                <a:solidFill>
                  <a:schemeClr val="bg1"/>
                </a:solidFill>
                <a:latin typeface="Aptos Black" panose="020F0502020204030204" pitchFamily="34" charset="0"/>
              </a:rPr>
              <a:t>theory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3D9888-A0CC-797B-46FC-BB93EACA9E33}"/>
              </a:ext>
            </a:extLst>
          </p:cNvPr>
          <p:cNvSpPr/>
          <p:nvPr/>
        </p:nvSpPr>
        <p:spPr>
          <a:xfrm>
            <a:off x="1274717" y="3341991"/>
            <a:ext cx="373322" cy="369830"/>
          </a:xfrm>
          <a:custGeom>
            <a:avLst/>
            <a:gdLst>
              <a:gd name="connsiteX0" fmla="*/ 273786 w 672354"/>
              <a:gd name="connsiteY0" fmla="*/ 560045 h 666065"/>
              <a:gd name="connsiteX1" fmla="*/ 273786 w 672354"/>
              <a:gd name="connsiteY1" fmla="*/ 666065 h 666065"/>
              <a:gd name="connsiteX2" fmla="*/ 268426 w 672354"/>
              <a:gd name="connsiteY2" fmla="*/ 665524 h 666065"/>
              <a:gd name="connsiteX3" fmla="*/ 205322 w 672354"/>
              <a:gd name="connsiteY3" fmla="*/ 645936 h 666065"/>
              <a:gd name="connsiteX4" fmla="*/ 199831 w 672354"/>
              <a:gd name="connsiteY4" fmla="*/ 642955 h 666065"/>
              <a:gd name="connsiteX5" fmla="*/ 218437 w 672354"/>
              <a:gd name="connsiteY5" fmla="*/ 612031 h 666065"/>
              <a:gd name="connsiteX6" fmla="*/ 273786 w 672354"/>
              <a:gd name="connsiteY6" fmla="*/ 560045 h 666065"/>
              <a:gd name="connsiteX7" fmla="*/ 305515 w 672354"/>
              <a:gd name="connsiteY7" fmla="*/ 339627 h 666065"/>
              <a:gd name="connsiteX8" fmla="*/ 248365 w 672354"/>
              <a:gd name="connsiteY8" fmla="*/ 396777 h 666065"/>
              <a:gd name="connsiteX9" fmla="*/ 305515 w 672354"/>
              <a:gd name="connsiteY9" fmla="*/ 453927 h 666065"/>
              <a:gd name="connsiteX10" fmla="*/ 362665 w 672354"/>
              <a:gd name="connsiteY10" fmla="*/ 396777 h 666065"/>
              <a:gd name="connsiteX11" fmla="*/ 305515 w 672354"/>
              <a:gd name="connsiteY11" fmla="*/ 339627 h 666065"/>
              <a:gd name="connsiteX12" fmla="*/ 358807 w 672354"/>
              <a:gd name="connsiteY12" fmla="*/ 218335 h 666065"/>
              <a:gd name="connsiteX13" fmla="*/ 356635 w 672354"/>
              <a:gd name="connsiteY13" fmla="*/ 220517 h 666065"/>
              <a:gd name="connsiteX14" fmla="*/ 355445 w 672354"/>
              <a:gd name="connsiteY14" fmla="*/ 229441 h 666065"/>
              <a:gd name="connsiteX15" fmla="*/ 353425 w 672354"/>
              <a:gd name="connsiteY15" fmla="*/ 231594 h 666065"/>
              <a:gd name="connsiteX16" fmla="*/ 344805 w 672354"/>
              <a:gd name="connsiteY16" fmla="*/ 233242 h 666065"/>
              <a:gd name="connsiteX17" fmla="*/ 342786 w 672354"/>
              <a:gd name="connsiteY17" fmla="*/ 235395 h 666065"/>
              <a:gd name="connsiteX18" fmla="*/ 344110 w 672354"/>
              <a:gd name="connsiteY18" fmla="*/ 238043 h 666065"/>
              <a:gd name="connsiteX19" fmla="*/ 347606 w 672354"/>
              <a:gd name="connsiteY19" fmla="*/ 240100 h 666065"/>
              <a:gd name="connsiteX20" fmla="*/ 352035 w 672354"/>
              <a:gd name="connsiteY20" fmla="*/ 242796 h 666065"/>
              <a:gd name="connsiteX21" fmla="*/ 353063 w 672354"/>
              <a:gd name="connsiteY21" fmla="*/ 243881 h 666065"/>
              <a:gd name="connsiteX22" fmla="*/ 353330 w 672354"/>
              <a:gd name="connsiteY22" fmla="*/ 245282 h 666065"/>
              <a:gd name="connsiteX23" fmla="*/ 352378 w 672354"/>
              <a:gd name="connsiteY23" fmla="*/ 254635 h 666065"/>
              <a:gd name="connsiteX24" fmla="*/ 353863 w 672354"/>
              <a:gd name="connsiteY24" fmla="*/ 257254 h 666065"/>
              <a:gd name="connsiteX25" fmla="*/ 356845 w 672354"/>
              <a:gd name="connsiteY25" fmla="*/ 256683 h 666065"/>
              <a:gd name="connsiteX26" fmla="*/ 363341 w 672354"/>
              <a:gd name="connsiteY26" fmla="*/ 250015 h 666065"/>
              <a:gd name="connsiteX27" fmla="*/ 366322 w 672354"/>
              <a:gd name="connsiteY27" fmla="*/ 249454 h 666065"/>
              <a:gd name="connsiteX28" fmla="*/ 374895 w 672354"/>
              <a:gd name="connsiteY28" fmla="*/ 253264 h 666065"/>
              <a:gd name="connsiteX29" fmla="*/ 377866 w 672354"/>
              <a:gd name="connsiteY29" fmla="*/ 252692 h 666065"/>
              <a:gd name="connsiteX30" fmla="*/ 378266 w 672354"/>
              <a:gd name="connsiteY30" fmla="*/ 249720 h 666065"/>
              <a:gd name="connsiteX31" fmla="*/ 373875 w 672354"/>
              <a:gd name="connsiteY31" fmla="*/ 241376 h 666065"/>
              <a:gd name="connsiteX32" fmla="*/ 374152 w 672354"/>
              <a:gd name="connsiteY32" fmla="*/ 238585 h 666065"/>
              <a:gd name="connsiteX33" fmla="*/ 379867 w 672354"/>
              <a:gd name="connsiteY33" fmla="*/ 231375 h 666065"/>
              <a:gd name="connsiteX34" fmla="*/ 379514 w 672354"/>
              <a:gd name="connsiteY34" fmla="*/ 227728 h 666065"/>
              <a:gd name="connsiteX35" fmla="*/ 377428 w 672354"/>
              <a:gd name="connsiteY35" fmla="*/ 227175 h 666065"/>
              <a:gd name="connsiteX36" fmla="*/ 368799 w 672354"/>
              <a:gd name="connsiteY36" fmla="*/ 228822 h 666065"/>
              <a:gd name="connsiteX37" fmla="*/ 366122 w 672354"/>
              <a:gd name="connsiteY37" fmla="*/ 227556 h 666065"/>
              <a:gd name="connsiteX38" fmla="*/ 361664 w 672354"/>
              <a:gd name="connsiteY38" fmla="*/ 219716 h 666065"/>
              <a:gd name="connsiteX39" fmla="*/ 358807 w 672354"/>
              <a:gd name="connsiteY39" fmla="*/ 218335 h 666065"/>
              <a:gd name="connsiteX40" fmla="*/ 536362 w 672354"/>
              <a:gd name="connsiteY40" fmla="*/ 199590 h 666065"/>
              <a:gd name="connsiteX41" fmla="*/ 533266 w 672354"/>
              <a:gd name="connsiteY41" fmla="*/ 199819 h 666065"/>
              <a:gd name="connsiteX42" fmla="*/ 526437 w 672354"/>
              <a:gd name="connsiteY42" fmla="*/ 205753 h 666065"/>
              <a:gd name="connsiteX43" fmla="*/ 523484 w 672354"/>
              <a:gd name="connsiteY43" fmla="*/ 206067 h 666065"/>
              <a:gd name="connsiteX44" fmla="*/ 515864 w 672354"/>
              <a:gd name="connsiteY44" fmla="*/ 201676 h 666065"/>
              <a:gd name="connsiteX45" fmla="*/ 512911 w 672354"/>
              <a:gd name="connsiteY45" fmla="*/ 201990 h 666065"/>
              <a:gd name="connsiteX46" fmla="*/ 512149 w 672354"/>
              <a:gd name="connsiteY46" fmla="*/ 204848 h 666065"/>
              <a:gd name="connsiteX47" fmla="*/ 513407 w 672354"/>
              <a:gd name="connsiteY47" fmla="*/ 208658 h 666065"/>
              <a:gd name="connsiteX48" fmla="*/ 514940 w 672354"/>
              <a:gd name="connsiteY48" fmla="*/ 213573 h 666065"/>
              <a:gd name="connsiteX49" fmla="*/ 514940 w 672354"/>
              <a:gd name="connsiteY49" fmla="*/ 215068 h 666065"/>
              <a:gd name="connsiteX50" fmla="*/ 514216 w 672354"/>
              <a:gd name="connsiteY50" fmla="*/ 216297 h 666065"/>
              <a:gd name="connsiteX51" fmla="*/ 507292 w 672354"/>
              <a:gd name="connsiteY51" fmla="*/ 222726 h 666065"/>
              <a:gd name="connsiteX52" fmla="*/ 506663 w 672354"/>
              <a:gd name="connsiteY52" fmla="*/ 225660 h 666065"/>
              <a:gd name="connsiteX53" fmla="*/ 509292 w 672354"/>
              <a:gd name="connsiteY53" fmla="*/ 227175 h 666065"/>
              <a:gd name="connsiteX54" fmla="*/ 518645 w 672354"/>
              <a:gd name="connsiteY54" fmla="*/ 226355 h 666065"/>
              <a:gd name="connsiteX55" fmla="*/ 521265 w 672354"/>
              <a:gd name="connsiteY55" fmla="*/ 227870 h 666065"/>
              <a:gd name="connsiteX56" fmla="*/ 525151 w 672354"/>
              <a:gd name="connsiteY56" fmla="*/ 236338 h 666065"/>
              <a:gd name="connsiteX57" fmla="*/ 527770 w 672354"/>
              <a:gd name="connsiteY57" fmla="*/ 237852 h 666065"/>
              <a:gd name="connsiteX58" fmla="*/ 530047 w 672354"/>
              <a:gd name="connsiteY58" fmla="*/ 235871 h 666065"/>
              <a:gd name="connsiteX59" fmla="*/ 532285 w 672354"/>
              <a:gd name="connsiteY59" fmla="*/ 226736 h 666065"/>
              <a:gd name="connsiteX60" fmla="*/ 534343 w 672354"/>
              <a:gd name="connsiteY60" fmla="*/ 224831 h 666065"/>
              <a:gd name="connsiteX61" fmla="*/ 543468 w 672354"/>
              <a:gd name="connsiteY61" fmla="*/ 223146 h 666065"/>
              <a:gd name="connsiteX62" fmla="*/ 545725 w 672354"/>
              <a:gd name="connsiteY62" fmla="*/ 221088 h 666065"/>
              <a:gd name="connsiteX63" fmla="*/ 544496 w 672354"/>
              <a:gd name="connsiteY63" fmla="*/ 218393 h 666065"/>
              <a:gd name="connsiteX64" fmla="*/ 536876 w 672354"/>
              <a:gd name="connsiteY64" fmla="*/ 214011 h 666065"/>
              <a:gd name="connsiteX65" fmla="*/ 535695 w 672354"/>
              <a:gd name="connsiteY65" fmla="*/ 211306 h 666065"/>
              <a:gd name="connsiteX66" fmla="*/ 537600 w 672354"/>
              <a:gd name="connsiteY66" fmla="*/ 202505 h 666065"/>
              <a:gd name="connsiteX67" fmla="*/ 536362 w 672354"/>
              <a:gd name="connsiteY67" fmla="*/ 199590 h 666065"/>
              <a:gd name="connsiteX68" fmla="*/ 443465 w 672354"/>
              <a:gd name="connsiteY68" fmla="*/ 139907 h 666065"/>
              <a:gd name="connsiteX69" fmla="*/ 437598 w 672354"/>
              <a:gd name="connsiteY69" fmla="*/ 143898 h 666065"/>
              <a:gd name="connsiteX70" fmla="*/ 430987 w 672354"/>
              <a:gd name="connsiteY70" fmla="*/ 163519 h 666065"/>
              <a:gd name="connsiteX71" fmla="*/ 425491 w 672354"/>
              <a:gd name="connsiteY71" fmla="*/ 167520 h 666065"/>
              <a:gd name="connsiteX72" fmla="*/ 405308 w 672354"/>
              <a:gd name="connsiteY72" fmla="*/ 167520 h 666065"/>
              <a:gd name="connsiteX73" fmla="*/ 399802 w 672354"/>
              <a:gd name="connsiteY73" fmla="*/ 171520 h 666065"/>
              <a:gd name="connsiteX74" fmla="*/ 401631 w 672354"/>
              <a:gd name="connsiteY74" fmla="*/ 178055 h 666065"/>
              <a:gd name="connsiteX75" fmla="*/ 408603 w 672354"/>
              <a:gd name="connsiteY75" fmla="*/ 184236 h 666065"/>
              <a:gd name="connsiteX76" fmla="*/ 417414 w 672354"/>
              <a:gd name="connsiteY76" fmla="*/ 192228 h 666065"/>
              <a:gd name="connsiteX77" fmla="*/ 419252 w 672354"/>
              <a:gd name="connsiteY77" fmla="*/ 195085 h 666065"/>
              <a:gd name="connsiteX78" fmla="*/ 419252 w 672354"/>
              <a:gd name="connsiteY78" fmla="*/ 198352 h 666065"/>
              <a:gd name="connsiteX79" fmla="*/ 413014 w 672354"/>
              <a:gd name="connsiteY79" fmla="*/ 219069 h 666065"/>
              <a:gd name="connsiteX80" fmla="*/ 415233 w 672354"/>
              <a:gd name="connsiteY80" fmla="*/ 225632 h 666065"/>
              <a:gd name="connsiteX81" fmla="*/ 422205 w 672354"/>
              <a:gd name="connsiteY81" fmla="*/ 225632 h 666065"/>
              <a:gd name="connsiteX82" fmla="*/ 439817 w 672354"/>
              <a:gd name="connsiteY82" fmla="*/ 213250 h 666065"/>
              <a:gd name="connsiteX83" fmla="*/ 446789 w 672354"/>
              <a:gd name="connsiteY83" fmla="*/ 213250 h 666065"/>
              <a:gd name="connsiteX84" fmla="*/ 464382 w 672354"/>
              <a:gd name="connsiteY84" fmla="*/ 225632 h 666065"/>
              <a:gd name="connsiteX85" fmla="*/ 471354 w 672354"/>
              <a:gd name="connsiteY85" fmla="*/ 225632 h 666065"/>
              <a:gd name="connsiteX86" fmla="*/ 473554 w 672354"/>
              <a:gd name="connsiteY86" fmla="*/ 219098 h 666065"/>
              <a:gd name="connsiteX87" fmla="*/ 467316 w 672354"/>
              <a:gd name="connsiteY87" fmla="*/ 198381 h 666065"/>
              <a:gd name="connsiteX88" fmla="*/ 469154 w 672354"/>
              <a:gd name="connsiteY88" fmla="*/ 192209 h 666065"/>
              <a:gd name="connsiteX89" fmla="*/ 485346 w 672354"/>
              <a:gd name="connsiteY89" fmla="*/ 178398 h 666065"/>
              <a:gd name="connsiteX90" fmla="*/ 487185 w 672354"/>
              <a:gd name="connsiteY90" fmla="*/ 171863 h 666065"/>
              <a:gd name="connsiteX91" fmla="*/ 481632 w 672354"/>
              <a:gd name="connsiteY91" fmla="*/ 167882 h 666065"/>
              <a:gd name="connsiteX92" fmla="*/ 461448 w 672354"/>
              <a:gd name="connsiteY92" fmla="*/ 167882 h 666065"/>
              <a:gd name="connsiteX93" fmla="*/ 455943 w 672354"/>
              <a:gd name="connsiteY93" fmla="*/ 163891 h 666065"/>
              <a:gd name="connsiteX94" fmla="*/ 449342 w 672354"/>
              <a:gd name="connsiteY94" fmla="*/ 144269 h 666065"/>
              <a:gd name="connsiteX95" fmla="*/ 443465 w 672354"/>
              <a:gd name="connsiteY95" fmla="*/ 139907 h 666065"/>
              <a:gd name="connsiteX96" fmla="*/ 336177 w 672354"/>
              <a:gd name="connsiteY96" fmla="*/ 0 h 666065"/>
              <a:gd name="connsiteX97" fmla="*/ 672354 w 672354"/>
              <a:gd name="connsiteY97" fmla="*/ 336177 h 666065"/>
              <a:gd name="connsiteX98" fmla="*/ 467032 w 672354"/>
              <a:gd name="connsiteY98" fmla="*/ 645936 h 666065"/>
              <a:gd name="connsiteX99" fmla="*/ 407327 w 672354"/>
              <a:gd name="connsiteY99" fmla="*/ 664469 h 666065"/>
              <a:gd name="connsiteX100" fmla="*/ 407327 w 672354"/>
              <a:gd name="connsiteY100" fmla="*/ 503962 h 666065"/>
              <a:gd name="connsiteX101" fmla="*/ 471354 w 672354"/>
              <a:gd name="connsiteY101" fmla="*/ 280953 h 666065"/>
              <a:gd name="connsiteX102" fmla="*/ 441126 w 672354"/>
              <a:gd name="connsiteY102" fmla="*/ 254126 h 666065"/>
              <a:gd name="connsiteX103" fmla="*/ 414299 w 672354"/>
              <a:gd name="connsiteY103" fmla="*/ 284353 h 666065"/>
              <a:gd name="connsiteX104" fmla="*/ 362274 w 672354"/>
              <a:gd name="connsiteY104" fmla="*/ 468519 h 666065"/>
              <a:gd name="connsiteX105" fmla="*/ 349891 w 672354"/>
              <a:gd name="connsiteY105" fmla="*/ 468519 h 666065"/>
              <a:gd name="connsiteX106" fmla="*/ 322564 w 672354"/>
              <a:gd name="connsiteY106" fmla="*/ 472900 h 666065"/>
              <a:gd name="connsiteX107" fmla="*/ 315763 w 672354"/>
              <a:gd name="connsiteY107" fmla="*/ 474967 h 666065"/>
              <a:gd name="connsiteX108" fmla="*/ 159205 w 672354"/>
              <a:gd name="connsiteY108" fmla="*/ 595804 h 666065"/>
              <a:gd name="connsiteX109" fmla="*/ 148435 w 672354"/>
              <a:gd name="connsiteY109" fmla="*/ 615058 h 666065"/>
              <a:gd name="connsiteX110" fmla="*/ 148218 w 672354"/>
              <a:gd name="connsiteY110" fmla="*/ 614940 h 666065"/>
              <a:gd name="connsiteX111" fmla="*/ 0 w 672354"/>
              <a:gd name="connsiteY111" fmla="*/ 336177 h 666065"/>
              <a:gd name="connsiteX112" fmla="*/ 336177 w 672354"/>
              <a:gd name="connsiteY112" fmla="*/ 0 h 66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72354" h="666065">
                <a:moveTo>
                  <a:pt x="273786" y="560045"/>
                </a:moveTo>
                <a:lnTo>
                  <a:pt x="273786" y="666065"/>
                </a:lnTo>
                <a:lnTo>
                  <a:pt x="268426" y="665524"/>
                </a:lnTo>
                <a:cubicBezTo>
                  <a:pt x="246542" y="661046"/>
                  <a:pt x="225432" y="654441"/>
                  <a:pt x="205322" y="645936"/>
                </a:cubicBezTo>
                <a:lnTo>
                  <a:pt x="199831" y="642955"/>
                </a:lnTo>
                <a:lnTo>
                  <a:pt x="218437" y="612031"/>
                </a:lnTo>
                <a:cubicBezTo>
                  <a:pt x="234746" y="591523"/>
                  <a:pt x="253093" y="574295"/>
                  <a:pt x="273786" y="560045"/>
                </a:cubicBezTo>
                <a:close/>
                <a:moveTo>
                  <a:pt x="305515" y="339627"/>
                </a:moveTo>
                <a:cubicBezTo>
                  <a:pt x="273952" y="339627"/>
                  <a:pt x="248365" y="365214"/>
                  <a:pt x="248365" y="396777"/>
                </a:cubicBezTo>
                <a:cubicBezTo>
                  <a:pt x="248365" y="428340"/>
                  <a:pt x="273952" y="453927"/>
                  <a:pt x="305515" y="453927"/>
                </a:cubicBezTo>
                <a:cubicBezTo>
                  <a:pt x="337078" y="453927"/>
                  <a:pt x="362665" y="428340"/>
                  <a:pt x="362665" y="396777"/>
                </a:cubicBezTo>
                <a:cubicBezTo>
                  <a:pt x="362665" y="365214"/>
                  <a:pt x="337078" y="339627"/>
                  <a:pt x="305515" y="339627"/>
                </a:cubicBezTo>
                <a:close/>
                <a:moveTo>
                  <a:pt x="358807" y="218335"/>
                </a:moveTo>
                <a:cubicBezTo>
                  <a:pt x="357733" y="218602"/>
                  <a:pt x="356897" y="219442"/>
                  <a:pt x="356635" y="220517"/>
                </a:cubicBezTo>
                <a:lnTo>
                  <a:pt x="355445" y="229441"/>
                </a:lnTo>
                <a:cubicBezTo>
                  <a:pt x="355347" y="230539"/>
                  <a:pt x="354514" y="231427"/>
                  <a:pt x="353425" y="231594"/>
                </a:cubicBezTo>
                <a:lnTo>
                  <a:pt x="344805" y="233242"/>
                </a:lnTo>
                <a:cubicBezTo>
                  <a:pt x="343716" y="233409"/>
                  <a:pt x="342883" y="234297"/>
                  <a:pt x="342786" y="235395"/>
                </a:cubicBezTo>
                <a:cubicBezTo>
                  <a:pt x="342667" y="236461"/>
                  <a:pt x="343186" y="237498"/>
                  <a:pt x="344110" y="238043"/>
                </a:cubicBezTo>
                <a:lnTo>
                  <a:pt x="347606" y="240100"/>
                </a:lnTo>
                <a:lnTo>
                  <a:pt x="352035" y="242796"/>
                </a:lnTo>
                <a:cubicBezTo>
                  <a:pt x="352452" y="243079"/>
                  <a:pt x="352802" y="243450"/>
                  <a:pt x="353063" y="243881"/>
                </a:cubicBezTo>
                <a:cubicBezTo>
                  <a:pt x="353306" y="244305"/>
                  <a:pt x="353401" y="244798"/>
                  <a:pt x="353330" y="245282"/>
                </a:cubicBezTo>
                <a:lnTo>
                  <a:pt x="352378" y="254635"/>
                </a:lnTo>
                <a:cubicBezTo>
                  <a:pt x="352231" y="255742"/>
                  <a:pt x="352838" y="256813"/>
                  <a:pt x="353863" y="257254"/>
                </a:cubicBezTo>
                <a:cubicBezTo>
                  <a:pt x="354879" y="257703"/>
                  <a:pt x="356067" y="257475"/>
                  <a:pt x="356845" y="256683"/>
                </a:cubicBezTo>
                <a:lnTo>
                  <a:pt x="363341" y="250015"/>
                </a:lnTo>
                <a:cubicBezTo>
                  <a:pt x="364118" y="249221"/>
                  <a:pt x="365309" y="248996"/>
                  <a:pt x="366322" y="249454"/>
                </a:cubicBezTo>
                <a:lnTo>
                  <a:pt x="374895" y="253264"/>
                </a:lnTo>
                <a:cubicBezTo>
                  <a:pt x="375907" y="253711"/>
                  <a:pt x="377092" y="253483"/>
                  <a:pt x="377866" y="252692"/>
                </a:cubicBezTo>
                <a:cubicBezTo>
                  <a:pt x="378641" y="251898"/>
                  <a:pt x="378803" y="250691"/>
                  <a:pt x="378266" y="249720"/>
                </a:cubicBezTo>
                <a:lnTo>
                  <a:pt x="373875" y="241376"/>
                </a:lnTo>
                <a:cubicBezTo>
                  <a:pt x="373384" y="240478"/>
                  <a:pt x="373494" y="239370"/>
                  <a:pt x="374152" y="238585"/>
                </a:cubicBezTo>
                <a:lnTo>
                  <a:pt x="379867" y="231375"/>
                </a:lnTo>
                <a:cubicBezTo>
                  <a:pt x="380776" y="230270"/>
                  <a:pt x="380618" y="228638"/>
                  <a:pt x="379514" y="227728"/>
                </a:cubicBezTo>
                <a:cubicBezTo>
                  <a:pt x="378932" y="227249"/>
                  <a:pt x="378171" y="227047"/>
                  <a:pt x="377428" y="227175"/>
                </a:cubicBezTo>
                <a:lnTo>
                  <a:pt x="368799" y="228822"/>
                </a:lnTo>
                <a:cubicBezTo>
                  <a:pt x="367730" y="228996"/>
                  <a:pt x="366665" y="228492"/>
                  <a:pt x="366122" y="227556"/>
                </a:cubicBezTo>
                <a:lnTo>
                  <a:pt x="361664" y="219716"/>
                </a:lnTo>
                <a:cubicBezTo>
                  <a:pt x="361079" y="218721"/>
                  <a:pt x="359951" y="218176"/>
                  <a:pt x="358807" y="218335"/>
                </a:cubicBezTo>
                <a:close/>
                <a:moveTo>
                  <a:pt x="536362" y="199590"/>
                </a:moveTo>
                <a:cubicBezTo>
                  <a:pt x="535367" y="199090"/>
                  <a:pt x="534177" y="199177"/>
                  <a:pt x="533266" y="199819"/>
                </a:cubicBezTo>
                <a:lnTo>
                  <a:pt x="526437" y="205753"/>
                </a:lnTo>
                <a:cubicBezTo>
                  <a:pt x="525641" y="206520"/>
                  <a:pt x="524424" y="206650"/>
                  <a:pt x="523484" y="206067"/>
                </a:cubicBezTo>
                <a:lnTo>
                  <a:pt x="515864" y="201676"/>
                </a:lnTo>
                <a:cubicBezTo>
                  <a:pt x="514924" y="201094"/>
                  <a:pt x="513708" y="201223"/>
                  <a:pt x="512911" y="201990"/>
                </a:cubicBezTo>
                <a:cubicBezTo>
                  <a:pt x="512120" y="202712"/>
                  <a:pt x="511822" y="203828"/>
                  <a:pt x="512149" y="204848"/>
                </a:cubicBezTo>
                <a:lnTo>
                  <a:pt x="513407" y="208658"/>
                </a:lnTo>
                <a:lnTo>
                  <a:pt x="514940" y="213573"/>
                </a:lnTo>
                <a:cubicBezTo>
                  <a:pt x="515050" y="214065"/>
                  <a:pt x="515050" y="214576"/>
                  <a:pt x="514940" y="215068"/>
                </a:cubicBezTo>
                <a:cubicBezTo>
                  <a:pt x="514841" y="215546"/>
                  <a:pt x="514587" y="215979"/>
                  <a:pt x="514216" y="216297"/>
                </a:cubicBezTo>
                <a:lnTo>
                  <a:pt x="507292" y="222726"/>
                </a:lnTo>
                <a:cubicBezTo>
                  <a:pt x="506440" y="223448"/>
                  <a:pt x="506182" y="224653"/>
                  <a:pt x="506663" y="225660"/>
                </a:cubicBezTo>
                <a:cubicBezTo>
                  <a:pt x="507136" y="226665"/>
                  <a:pt x="508185" y="227269"/>
                  <a:pt x="509292" y="227175"/>
                </a:cubicBezTo>
                <a:lnTo>
                  <a:pt x="518645" y="226355"/>
                </a:lnTo>
                <a:cubicBezTo>
                  <a:pt x="519749" y="226263"/>
                  <a:pt x="520794" y="226867"/>
                  <a:pt x="521265" y="227870"/>
                </a:cubicBezTo>
                <a:lnTo>
                  <a:pt x="525151" y="236338"/>
                </a:lnTo>
                <a:cubicBezTo>
                  <a:pt x="525622" y="237341"/>
                  <a:pt x="526666" y="237944"/>
                  <a:pt x="527770" y="237852"/>
                </a:cubicBezTo>
                <a:cubicBezTo>
                  <a:pt x="528879" y="237756"/>
                  <a:pt x="529798" y="236956"/>
                  <a:pt x="530047" y="235871"/>
                </a:cubicBezTo>
                <a:lnTo>
                  <a:pt x="532285" y="226736"/>
                </a:lnTo>
                <a:cubicBezTo>
                  <a:pt x="532516" y="225740"/>
                  <a:pt x="533331" y="224985"/>
                  <a:pt x="534343" y="224831"/>
                </a:cubicBezTo>
                <a:lnTo>
                  <a:pt x="543468" y="223146"/>
                </a:lnTo>
                <a:cubicBezTo>
                  <a:pt x="544554" y="222953"/>
                  <a:pt x="545433" y="222152"/>
                  <a:pt x="545725" y="221088"/>
                </a:cubicBezTo>
                <a:cubicBezTo>
                  <a:pt x="545885" y="220026"/>
                  <a:pt x="545403" y="218969"/>
                  <a:pt x="544496" y="218393"/>
                </a:cubicBezTo>
                <a:lnTo>
                  <a:pt x="536876" y="214011"/>
                </a:lnTo>
                <a:cubicBezTo>
                  <a:pt x="535949" y="213451"/>
                  <a:pt x="535475" y="212367"/>
                  <a:pt x="535695" y="211306"/>
                </a:cubicBezTo>
                <a:lnTo>
                  <a:pt x="537600" y="202505"/>
                </a:lnTo>
                <a:cubicBezTo>
                  <a:pt x="537813" y="201372"/>
                  <a:pt x="537325" y="200223"/>
                  <a:pt x="536362" y="199590"/>
                </a:cubicBezTo>
                <a:close/>
                <a:moveTo>
                  <a:pt x="443465" y="139907"/>
                </a:moveTo>
                <a:cubicBezTo>
                  <a:pt x="440922" y="140052"/>
                  <a:pt x="438666" y="141586"/>
                  <a:pt x="437598" y="143898"/>
                </a:cubicBezTo>
                <a:lnTo>
                  <a:pt x="430987" y="163519"/>
                </a:lnTo>
                <a:cubicBezTo>
                  <a:pt x="430296" y="165960"/>
                  <a:pt x="428026" y="167612"/>
                  <a:pt x="425491" y="167520"/>
                </a:cubicBezTo>
                <a:lnTo>
                  <a:pt x="405308" y="167520"/>
                </a:lnTo>
                <a:cubicBezTo>
                  <a:pt x="402769" y="167424"/>
                  <a:pt x="400495" y="169077"/>
                  <a:pt x="399802" y="171520"/>
                </a:cubicBezTo>
                <a:cubicBezTo>
                  <a:pt x="399078" y="173869"/>
                  <a:pt x="399794" y="176423"/>
                  <a:pt x="401631" y="178055"/>
                </a:cubicBezTo>
                <a:lnTo>
                  <a:pt x="408603" y="184236"/>
                </a:lnTo>
                <a:lnTo>
                  <a:pt x="417414" y="192228"/>
                </a:lnTo>
                <a:cubicBezTo>
                  <a:pt x="418225" y="193037"/>
                  <a:pt x="418851" y="194012"/>
                  <a:pt x="419252" y="195085"/>
                </a:cubicBezTo>
                <a:cubicBezTo>
                  <a:pt x="419614" y="196144"/>
                  <a:pt x="419614" y="197294"/>
                  <a:pt x="419252" y="198352"/>
                </a:cubicBezTo>
                <a:lnTo>
                  <a:pt x="413014" y="219069"/>
                </a:lnTo>
                <a:cubicBezTo>
                  <a:pt x="412168" y="221507"/>
                  <a:pt x="413081" y="224208"/>
                  <a:pt x="415233" y="225632"/>
                </a:cubicBezTo>
                <a:cubicBezTo>
                  <a:pt x="417328" y="227089"/>
                  <a:pt x="420110" y="227089"/>
                  <a:pt x="422205" y="225632"/>
                </a:cubicBezTo>
                <a:lnTo>
                  <a:pt x="439817" y="213250"/>
                </a:lnTo>
                <a:cubicBezTo>
                  <a:pt x="441916" y="211803"/>
                  <a:pt x="444690" y="211803"/>
                  <a:pt x="446789" y="213250"/>
                </a:cubicBezTo>
                <a:lnTo>
                  <a:pt x="464382" y="225632"/>
                </a:lnTo>
                <a:cubicBezTo>
                  <a:pt x="466477" y="227089"/>
                  <a:pt x="469259" y="227089"/>
                  <a:pt x="471354" y="225632"/>
                </a:cubicBezTo>
                <a:cubicBezTo>
                  <a:pt x="473437" y="224170"/>
                  <a:pt x="474329" y="221523"/>
                  <a:pt x="473554" y="219098"/>
                </a:cubicBezTo>
                <a:lnTo>
                  <a:pt x="467316" y="198381"/>
                </a:lnTo>
                <a:cubicBezTo>
                  <a:pt x="466600" y="196141"/>
                  <a:pt x="467330" y="193692"/>
                  <a:pt x="469154" y="192209"/>
                </a:cubicBezTo>
                <a:lnTo>
                  <a:pt x="485346" y="178398"/>
                </a:lnTo>
                <a:cubicBezTo>
                  <a:pt x="487150" y="176746"/>
                  <a:pt x="487863" y="174214"/>
                  <a:pt x="487185" y="171863"/>
                </a:cubicBezTo>
                <a:cubicBezTo>
                  <a:pt x="486262" y="169572"/>
                  <a:pt x="484098" y="168021"/>
                  <a:pt x="481632" y="167882"/>
                </a:cubicBezTo>
                <a:lnTo>
                  <a:pt x="461448" y="167882"/>
                </a:lnTo>
                <a:cubicBezTo>
                  <a:pt x="458960" y="167831"/>
                  <a:pt x="456765" y="166240"/>
                  <a:pt x="455943" y="163891"/>
                </a:cubicBezTo>
                <a:lnTo>
                  <a:pt x="449342" y="144269"/>
                </a:lnTo>
                <a:cubicBezTo>
                  <a:pt x="448427" y="141774"/>
                  <a:pt x="446119" y="140060"/>
                  <a:pt x="443465" y="139907"/>
                </a:cubicBezTo>
                <a:close/>
                <a:moveTo>
                  <a:pt x="336177" y="0"/>
                </a:moveTo>
                <a:cubicBezTo>
                  <a:pt x="521842" y="0"/>
                  <a:pt x="672354" y="150512"/>
                  <a:pt x="672354" y="336177"/>
                </a:cubicBezTo>
                <a:cubicBezTo>
                  <a:pt x="672354" y="475426"/>
                  <a:pt x="587691" y="594901"/>
                  <a:pt x="467032" y="645936"/>
                </a:cubicBezTo>
                <a:lnTo>
                  <a:pt x="407327" y="664469"/>
                </a:lnTo>
                <a:lnTo>
                  <a:pt x="407327" y="503962"/>
                </a:lnTo>
                <a:cubicBezTo>
                  <a:pt x="454013" y="439362"/>
                  <a:pt x="476660" y="360480"/>
                  <a:pt x="471354" y="280953"/>
                </a:cubicBezTo>
                <a:cubicBezTo>
                  <a:pt x="470415" y="265197"/>
                  <a:pt x="456882" y="253186"/>
                  <a:pt x="441126" y="254126"/>
                </a:cubicBezTo>
                <a:cubicBezTo>
                  <a:pt x="425371" y="255065"/>
                  <a:pt x="413360" y="268598"/>
                  <a:pt x="414299" y="284353"/>
                </a:cubicBezTo>
                <a:cubicBezTo>
                  <a:pt x="418917" y="349925"/>
                  <a:pt x="400518" y="415055"/>
                  <a:pt x="362274" y="468519"/>
                </a:cubicBezTo>
                <a:lnTo>
                  <a:pt x="349891" y="468519"/>
                </a:lnTo>
                <a:cubicBezTo>
                  <a:pt x="340633" y="468815"/>
                  <a:pt x="331451" y="470288"/>
                  <a:pt x="322564" y="472900"/>
                </a:cubicBezTo>
                <a:cubicBezTo>
                  <a:pt x="319840" y="473624"/>
                  <a:pt x="318144" y="474101"/>
                  <a:pt x="315763" y="474967"/>
                </a:cubicBezTo>
                <a:cubicBezTo>
                  <a:pt x="249634" y="499014"/>
                  <a:pt x="198715" y="538077"/>
                  <a:pt x="159205" y="595804"/>
                </a:cubicBezTo>
                <a:lnTo>
                  <a:pt x="148435" y="615058"/>
                </a:lnTo>
                <a:lnTo>
                  <a:pt x="148218" y="614940"/>
                </a:lnTo>
                <a:cubicBezTo>
                  <a:pt x="58794" y="554527"/>
                  <a:pt x="0" y="452218"/>
                  <a:pt x="0" y="336177"/>
                </a:cubicBezTo>
                <a:cubicBezTo>
                  <a:pt x="0" y="150512"/>
                  <a:pt x="150512" y="0"/>
                  <a:pt x="3361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2400" noProof="0">
              <a:solidFill>
                <a:schemeClr val="tx1">
                  <a:lumMod val="95000"/>
                  <a:lumOff val="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F8BAB-A788-90E8-1C22-CD78B2C15AA3}"/>
              </a:ext>
            </a:extLst>
          </p:cNvPr>
          <p:cNvSpPr txBox="1"/>
          <p:nvPr/>
        </p:nvSpPr>
        <p:spPr>
          <a:xfrm>
            <a:off x="1923304" y="3341991"/>
            <a:ext cx="720673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>
                <a:solidFill>
                  <a:schemeClr val="bg1"/>
                </a:solidFill>
              </a:rPr>
              <a:t>Identify the steps required to </a:t>
            </a:r>
            <a:r>
              <a:rPr lang="en-US" b="1" noProof="0">
                <a:solidFill>
                  <a:schemeClr val="bg1"/>
                </a:solidFill>
                <a:highlight>
                  <a:srgbClr val="000000"/>
                </a:highlight>
              </a:rPr>
              <a:t>locate and employ theories for incorporation into a proposal or study</a:t>
            </a:r>
            <a:r>
              <a:rPr lang="en-US" noProof="0">
                <a:solidFill>
                  <a:schemeClr val="bg1"/>
                </a:solidFill>
              </a:rPr>
              <a:t>.</a:t>
            </a:r>
            <a:br>
              <a:rPr lang="en-US" noProof="0">
                <a:solidFill>
                  <a:schemeClr val="bg1"/>
                </a:solidFill>
              </a:rPr>
            </a:br>
            <a:endParaRPr lang="en-US" noProof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noProof="0">
                <a:solidFill>
                  <a:schemeClr val="bg1"/>
                </a:solidFill>
                <a:highlight>
                  <a:srgbClr val="000000"/>
                </a:highlight>
              </a:rPr>
              <a:t>Quantitative Approach</a:t>
            </a:r>
            <a:r>
              <a:rPr lang="en-US" sz="1600" noProof="0">
                <a:solidFill>
                  <a:schemeClr val="bg1"/>
                </a:solidFill>
              </a:rPr>
              <a:t>. Examine the steps involved in defining variables, measuring them, and developing causal models for their inclusion in quantitative research.</a:t>
            </a:r>
            <a:br>
              <a:rPr lang="en-US" sz="1600" noProof="0">
                <a:solidFill>
                  <a:schemeClr val="bg1"/>
                </a:solidFill>
              </a:rPr>
            </a:br>
            <a:endParaRPr lang="en-US" sz="1600" noProof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noProof="0">
                <a:solidFill>
                  <a:schemeClr val="bg1"/>
                </a:solidFill>
                <a:highlight>
                  <a:srgbClr val="000000"/>
                </a:highlight>
              </a:rPr>
              <a:t>Qualitative Approach</a:t>
            </a:r>
            <a:r>
              <a:rPr lang="en-US" sz="1600" noProof="0">
                <a:solidFill>
                  <a:schemeClr val="bg1"/>
                </a:solidFill>
              </a:rPr>
              <a:t>. Distinguish between the deductive approach, a theoretical standpoint, and an endpoint perspective as ways to incorporate theory into qualitative research.</a:t>
            </a:r>
            <a:endParaRPr lang="en-GB" sz="1600" noProof="0">
              <a:solidFill>
                <a:srgbClr val="DFE2F3"/>
              </a:solidFill>
            </a:endParaRP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3F4684AD-4791-EB5B-1620-857478F09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1FDD36-8E1C-F8CB-6A6A-8F78F01714F8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75F9D2-FAC0-D94E-1105-DE7492693FCE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90AB68-5697-F157-260D-DC4AF84FFD74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3FD7B-141B-6117-0E73-08851C408E72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1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538A3-C303-4B23-E67E-0660F8DC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D07F548-2347-575B-3EAF-48BCF5FB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DBBD97-EFF9-30EA-8020-D44E4697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A1CC4F3B-40F6-4778-96B4-C7BEA1922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93D7A0-6839-870F-B91F-2E6364A24D33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8710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noProof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Use of </a:t>
            </a:r>
            <a:br>
              <a:rPr lang="en-GB" sz="3200" b="1" noProof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</a:br>
            <a:r>
              <a:rPr lang="en-GB" sz="3200" b="1" noProof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theory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24639-E0E8-9799-47E8-EF984DE78A29}"/>
              </a:ext>
            </a:extLst>
          </p:cNvPr>
          <p:cNvSpPr txBox="1"/>
          <p:nvPr/>
        </p:nvSpPr>
        <p:spPr>
          <a:xfrm>
            <a:off x="1424406" y="2317730"/>
            <a:ext cx="4223392" cy="33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600"/>
              </a:lnSpc>
              <a:defRPr/>
            </a:pPr>
            <a:r>
              <a:rPr lang="en-GB" sz="2400" b="1">
                <a:solidFill>
                  <a:srgbClr val="FFFF00"/>
                </a:solidFill>
              </a:rPr>
              <a:t>What is a theory?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F7DE74B-925E-7E07-D63C-854BE31E81CA}"/>
              </a:ext>
            </a:extLst>
          </p:cNvPr>
          <p:cNvGrpSpPr/>
          <p:nvPr/>
        </p:nvGrpSpPr>
        <p:grpSpPr>
          <a:xfrm>
            <a:off x="1620349" y="2839220"/>
            <a:ext cx="9265364" cy="923330"/>
            <a:chOff x="996235" y="2255101"/>
            <a:chExt cx="9265364" cy="9233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E6C13-009C-3AE9-38D8-BA41405EDEAB}"/>
                </a:ext>
              </a:extLst>
            </p:cNvPr>
            <p:cNvSpPr txBox="1"/>
            <p:nvPr/>
          </p:nvSpPr>
          <p:spPr>
            <a:xfrm>
              <a:off x="1712687" y="2413337"/>
              <a:ext cx="854891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>
                  <a:solidFill>
                    <a:schemeClr val="bg1"/>
                  </a:solidFill>
                </a:rPr>
                <a:t>A principle or a set of interrelated principles intended </a:t>
              </a:r>
              <a:r>
                <a:rPr lang="en-US" b="1" noProof="0">
                  <a:solidFill>
                    <a:schemeClr val="bg1"/>
                  </a:solidFill>
                  <a:highlight>
                    <a:srgbClr val="000000"/>
                  </a:highlight>
                </a:rPr>
                <a:t>to explain or predict several interconnected phenomena </a:t>
              </a:r>
              <a:r>
                <a:rPr lang="en-US" noProof="0">
                  <a:solidFill>
                    <a:schemeClr val="bg1"/>
                  </a:solidFill>
                </a:rPr>
                <a:t>(a model or construct).</a:t>
              </a:r>
              <a:endParaRPr lang="en-GB" noProof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AE752B-31F2-37B6-FC34-68BEF81F76EE}"/>
                </a:ext>
              </a:extLst>
            </p:cNvPr>
            <p:cNvSpPr txBox="1"/>
            <p:nvPr/>
          </p:nvSpPr>
          <p:spPr>
            <a:xfrm>
              <a:off x="996235" y="2255101"/>
              <a:ext cx="71645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5400" b="1" noProof="0">
                  <a:solidFill>
                    <a:srgbClr val="FFFF00"/>
                  </a:solidFill>
                </a:rPr>
                <a:t>1</a:t>
              </a:r>
              <a:endParaRPr lang="en-GB" b="1" noProof="0">
                <a:solidFill>
                  <a:srgbClr val="FFFF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7F9935-27FD-E54D-5F4C-F66109595666}"/>
              </a:ext>
            </a:extLst>
          </p:cNvPr>
          <p:cNvGrpSpPr/>
          <p:nvPr/>
        </p:nvGrpSpPr>
        <p:grpSpPr>
          <a:xfrm>
            <a:off x="1649379" y="3864532"/>
            <a:ext cx="9236335" cy="1025311"/>
            <a:chOff x="1025265" y="3280413"/>
            <a:chExt cx="9236335" cy="102531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046872-60BE-8466-0577-66FDE1730091}"/>
                </a:ext>
              </a:extLst>
            </p:cNvPr>
            <p:cNvSpPr txBox="1"/>
            <p:nvPr/>
          </p:nvSpPr>
          <p:spPr>
            <a:xfrm>
              <a:off x="1712688" y="3382394"/>
              <a:ext cx="854891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>
                  <a:solidFill>
                    <a:schemeClr val="bg1"/>
                  </a:solidFill>
                </a:rPr>
                <a:t>In the philosophy of science, a theory is a </a:t>
              </a:r>
              <a:r>
                <a:rPr lang="en-US" b="1" noProof="0">
                  <a:solidFill>
                    <a:schemeClr val="bg1"/>
                  </a:solidFill>
                  <a:highlight>
                    <a:srgbClr val="000000"/>
                  </a:highlight>
                </a:rPr>
                <a:t>set of logically related explanatory hypotheses that are consistent with a body of empirical facts </a:t>
              </a:r>
              <a:r>
                <a:rPr lang="en-US" noProof="0">
                  <a:solidFill>
                    <a:schemeClr val="bg1"/>
                  </a:solidFill>
                </a:rPr>
                <a:t>and that may suggest further empirical relationships.</a:t>
              </a:r>
              <a:endParaRPr lang="en-GB" noProof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6347D2-2FC2-DC8E-C494-B1331DCCC82C}"/>
                </a:ext>
              </a:extLst>
            </p:cNvPr>
            <p:cNvSpPr txBox="1"/>
            <p:nvPr/>
          </p:nvSpPr>
          <p:spPr>
            <a:xfrm>
              <a:off x="1025265" y="3280413"/>
              <a:ext cx="71645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5400" b="1" noProof="0">
                  <a:solidFill>
                    <a:srgbClr val="FFFF00"/>
                  </a:solidFill>
                </a:rPr>
                <a:t>2</a:t>
              </a:r>
              <a:endParaRPr lang="en-GB" b="1" noProof="0">
                <a:solidFill>
                  <a:srgbClr val="FFFF00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3AE7592-D114-D18E-8ED7-E4DCD2481982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C782D-7B54-02A0-7DA9-E23C6F66EB2C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665A6-CDAE-DA0E-AA97-BA73F748C924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07073-E02D-06F2-27A8-CCA974F892BE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551A-B727-4310-0E5A-F19D2C42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D127-D8DB-4A9A-D982-9D797CD9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E606454-B0D4-AF96-58C4-756C89B1153C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717048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in the process of developing a research proposal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B8614AD-55CA-3CE1-40AE-B6E1B546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D90BA18-5DB8-6458-E2DA-823C66057A9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A9E7CE3-CC0E-0595-5A7A-A82DB7AD711F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C625C-549A-4333-B35C-BEEDE95A970A}"/>
              </a:ext>
            </a:extLst>
          </p:cNvPr>
          <p:cNvSpPr txBox="1"/>
          <p:nvPr/>
        </p:nvSpPr>
        <p:spPr>
          <a:xfrm>
            <a:off x="1028886" y="1617452"/>
            <a:ext cx="4962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The topic (of the research) is the subject or matter proposed for study.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It is the central idea to learn about or explore in a study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22F8B-44A8-408C-954D-33B101745C9B}"/>
              </a:ext>
            </a:extLst>
          </p:cNvPr>
          <p:cNvSpPr/>
          <p:nvPr/>
        </p:nvSpPr>
        <p:spPr>
          <a:xfrm>
            <a:off x="6404705" y="3204581"/>
            <a:ext cx="220098" cy="22009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F96287-95F3-C7AC-8178-9B4115D1908E}"/>
              </a:ext>
            </a:extLst>
          </p:cNvPr>
          <p:cNvSpPr/>
          <p:nvPr/>
        </p:nvSpPr>
        <p:spPr>
          <a:xfrm>
            <a:off x="2204386" y="3728149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F63FC-65BD-BEBC-46E9-DF52382AEA79}"/>
              </a:ext>
            </a:extLst>
          </p:cNvPr>
          <p:cNvCxnSpPr>
            <a:cxnSpLocks/>
            <a:stCxn id="16" idx="2"/>
            <a:endCxn id="11" idx="6"/>
          </p:cNvCxnSpPr>
          <p:nvPr/>
        </p:nvCxnSpPr>
        <p:spPr>
          <a:xfrm flipH="1">
            <a:off x="2662784" y="3956943"/>
            <a:ext cx="2895313" cy="405"/>
          </a:xfrm>
          <a:prstGeom prst="line">
            <a:avLst/>
          </a:prstGeom>
          <a:ln w="9525">
            <a:solidFill>
              <a:srgbClr val="F26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0C4A8BB-2802-AA44-4E88-D7CBDA8C0306}"/>
              </a:ext>
            </a:extLst>
          </p:cNvPr>
          <p:cNvSpPr/>
          <p:nvPr/>
        </p:nvSpPr>
        <p:spPr>
          <a:xfrm>
            <a:off x="8911808" y="3727744"/>
            <a:ext cx="458398" cy="458398"/>
          </a:xfrm>
          <a:prstGeom prst="ellipse">
            <a:avLst/>
          </a:prstGeom>
          <a:solidFill>
            <a:srgbClr val="FDE5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D3248C-0C4C-4A38-729D-F5DCE5DC8160}"/>
              </a:ext>
            </a:extLst>
          </p:cNvPr>
          <p:cNvSpPr/>
          <p:nvPr/>
        </p:nvSpPr>
        <p:spPr>
          <a:xfrm>
            <a:off x="5558097" y="3727744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BEB29-1CE3-EA2C-7A1B-C2089BB254E5}"/>
              </a:ext>
            </a:extLst>
          </p:cNvPr>
          <p:cNvSpPr txBox="1"/>
          <p:nvPr/>
        </p:nvSpPr>
        <p:spPr>
          <a:xfrm>
            <a:off x="1720035" y="3168228"/>
            <a:ext cx="1593604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Title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9F2A63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BF493C-7500-419C-A24B-A6F61821377D}"/>
              </a:ext>
            </a:extLst>
          </p:cNvPr>
          <p:cNvSpPr txBox="1"/>
          <p:nvPr/>
        </p:nvSpPr>
        <p:spPr>
          <a:xfrm>
            <a:off x="8344205" y="3166481"/>
            <a:ext cx="1593604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Object of review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9F2A63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A840D-3A24-A011-6CDC-DD0C303D0EE2}"/>
              </a:ext>
            </a:extLst>
          </p:cNvPr>
          <p:cNvSpPr txBox="1"/>
          <p:nvPr/>
        </p:nvSpPr>
        <p:spPr>
          <a:xfrm>
            <a:off x="5032120" y="3166481"/>
            <a:ext cx="1593604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Significance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9F2A63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1DC44-60F0-7542-6F2D-9840CD263C7C}"/>
              </a:ext>
            </a:extLst>
          </p:cNvPr>
          <p:cNvSpPr txBox="1"/>
          <p:nvPr/>
        </p:nvSpPr>
        <p:spPr>
          <a:xfrm>
            <a:off x="4326889" y="4373172"/>
            <a:ext cx="29208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¿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Should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the problem be studied?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¿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Can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problem be studied?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Availability of data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Availability of resources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55D1C-6EC5-5019-BBC8-41217524E30C}"/>
              </a:ext>
            </a:extLst>
          </p:cNvPr>
          <p:cNvSpPr txBox="1"/>
          <p:nvPr/>
        </p:nvSpPr>
        <p:spPr>
          <a:xfrm>
            <a:off x="7909799" y="4373172"/>
            <a:ext cx="2920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Detailed examination of the research topic.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6D2150B-82ED-D970-5300-97F4D5A65DB9}"/>
              </a:ext>
            </a:extLst>
          </p:cNvPr>
          <p:cNvCxnSpPr>
            <a:cxnSpLocks/>
            <a:stCxn id="15" idx="2"/>
            <a:endCxn id="16" idx="6"/>
          </p:cNvCxnSpPr>
          <p:nvPr/>
        </p:nvCxnSpPr>
        <p:spPr>
          <a:xfrm flipH="1">
            <a:off x="6016495" y="3956943"/>
            <a:ext cx="2895313" cy="0"/>
          </a:xfrm>
          <a:prstGeom prst="line">
            <a:avLst/>
          </a:prstGeom>
          <a:ln w="9525">
            <a:solidFill>
              <a:srgbClr val="F26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94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9" grpId="0"/>
      <p:bldP spid="24" grpId="0"/>
      <p:bldP spid="25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728F-D9B0-A70A-861D-0DD2BFDC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4CC7-C02A-EEA2-D81C-BD068A1C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90C8843-FFA9-87F5-0EDD-172EB909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FD3D4C4-1A21-EC44-CA8B-35211E5AF24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DE5B0B-264E-4017-693C-7803F06B9DBE}"/>
              </a:ext>
            </a:extLst>
          </p:cNvPr>
          <p:cNvSpPr/>
          <p:nvPr/>
        </p:nvSpPr>
        <p:spPr>
          <a:xfrm>
            <a:off x="1344751" y="3384840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81753A-7580-FC6F-C048-DEAA448313C9}"/>
              </a:ext>
            </a:extLst>
          </p:cNvPr>
          <p:cNvSpPr/>
          <p:nvPr/>
        </p:nvSpPr>
        <p:spPr>
          <a:xfrm>
            <a:off x="4630742" y="3399343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8D2F0-3824-6BBE-FABB-7E8927CC07F4}"/>
              </a:ext>
            </a:extLst>
          </p:cNvPr>
          <p:cNvSpPr txBox="1"/>
          <p:nvPr/>
        </p:nvSpPr>
        <p:spPr>
          <a:xfrm>
            <a:off x="860400" y="2824919"/>
            <a:ext cx="1593604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GB" b="1" noProof="0"/>
              <a:t>Literature review</a:t>
            </a:r>
            <a:endParaRPr lang="en-GB" b="1" noProof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5B26B2-530D-3D29-F796-F76EB6D8FF78}"/>
              </a:ext>
            </a:extLst>
          </p:cNvPr>
          <p:cNvSpPr txBox="1"/>
          <p:nvPr/>
        </p:nvSpPr>
        <p:spPr>
          <a:xfrm>
            <a:off x="3266848" y="2824919"/>
            <a:ext cx="1924446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</a:pPr>
            <a:r>
              <a:rPr lang="en-GB" b="1"/>
              <a:t>Identification of Theories</a:t>
            </a:r>
            <a:endParaRPr lang="en-GB" b="1" noProof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F586DB-7CBB-1418-2252-8DD0CC81C665}"/>
              </a:ext>
            </a:extLst>
          </p:cNvPr>
          <p:cNvCxnSpPr>
            <a:cxnSpLocks/>
            <a:stCxn id="13" idx="2"/>
            <a:endCxn id="7" idx="6"/>
          </p:cNvCxnSpPr>
          <p:nvPr/>
        </p:nvCxnSpPr>
        <p:spPr>
          <a:xfrm flipH="1" flipV="1">
            <a:off x="1803149" y="3614039"/>
            <a:ext cx="2827593" cy="14503"/>
          </a:xfrm>
          <a:prstGeom prst="line">
            <a:avLst/>
          </a:prstGeom>
          <a:ln w="9525">
            <a:solidFill>
              <a:srgbClr val="D2D2D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B66068-90B9-155A-18E8-A96CA6B69F59}"/>
              </a:ext>
            </a:extLst>
          </p:cNvPr>
          <p:cNvSpPr txBox="1"/>
          <p:nvPr/>
        </p:nvSpPr>
        <p:spPr>
          <a:xfrm>
            <a:off x="1803149" y="3798773"/>
            <a:ext cx="25590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400" b="1"/>
              <a:t>Which theories could be used to explore the study’s research questions? </a:t>
            </a:r>
            <a:endParaRPr lang="en-GB" sz="1400" b="1" noProof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A5506CE-328F-FF1B-D338-9D38071C18BC}"/>
              </a:ext>
            </a:extLst>
          </p:cNvPr>
          <p:cNvSpPr/>
          <p:nvPr/>
        </p:nvSpPr>
        <p:spPr>
          <a:xfrm>
            <a:off x="5123950" y="1499132"/>
            <a:ext cx="508000" cy="4360124"/>
          </a:xfrm>
          <a:prstGeom prst="leftBrace">
            <a:avLst>
              <a:gd name="adj1" fmla="val 58333"/>
              <a:gd name="adj2" fmla="val 48817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EB928-5C2A-EC7E-7EF2-A2A66E0EF325}"/>
              </a:ext>
            </a:extLst>
          </p:cNvPr>
          <p:cNvSpPr txBox="1"/>
          <p:nvPr/>
        </p:nvSpPr>
        <p:spPr>
          <a:xfrm>
            <a:off x="5526715" y="1659676"/>
            <a:ext cx="51180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Quantitative Approach</a:t>
            </a:r>
          </a:p>
          <a:p>
            <a:r>
              <a:rPr lang="en-US" sz="1400" b="1">
                <a:highlight>
                  <a:srgbClr val="FFC000"/>
                </a:highlight>
              </a:rPr>
              <a:t>Testing hypotheses derived from theories.</a:t>
            </a:r>
          </a:p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 A quantitative dissertation often includes an entire section of the research proposal devoted to presenting the broader theory that guides the study. </a:t>
            </a:r>
            <a:endParaRPr lang="en-GB" sz="1600" b="1" noProof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7EA70F-4B73-3A2D-2E85-C592655E5673}"/>
              </a:ext>
            </a:extLst>
          </p:cNvPr>
          <p:cNvSpPr txBox="1"/>
          <p:nvPr/>
        </p:nvSpPr>
        <p:spPr>
          <a:xfrm>
            <a:off x="5525271" y="2789175"/>
            <a:ext cx="511926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Qualitative Approach</a:t>
            </a:r>
          </a:p>
          <a:p>
            <a:r>
              <a:rPr lang="en-US" sz="1400" b="1">
                <a:highlight>
                  <a:srgbClr val="FFC000"/>
                </a:highlight>
              </a:rPr>
              <a:t>The use of theory is far more varied. </a:t>
            </a:r>
            <a:br>
              <a:rPr lang="en-US" sz="1400" b="1">
                <a:highlight>
                  <a:srgbClr val="FFC000"/>
                </a:highlight>
              </a:rPr>
            </a:br>
            <a:endParaRPr lang="en-US" sz="1400" b="1">
              <a:highlight>
                <a:srgbClr val="FFC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/>
              <a:t>Grounded theory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: the researcher may generate a theory as a result of the study and position it at the end of the project, as is the case 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/>
              <a:t>Other qualitative studies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: the theory is introduced at the beginning and provides a perspective that shapes the approach and research questions, such as in ethnographies or in social justice–oriented research.</a:t>
            </a:r>
            <a:endParaRPr lang="en-GB" sz="12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40B675-2C1F-7E4F-53DF-9341B36DE0FD}"/>
              </a:ext>
            </a:extLst>
          </p:cNvPr>
          <p:cNvSpPr txBox="1"/>
          <p:nvPr/>
        </p:nvSpPr>
        <p:spPr>
          <a:xfrm>
            <a:off x="5525271" y="4872783"/>
            <a:ext cx="51192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Mixed Methods Approach</a:t>
            </a:r>
          </a:p>
          <a:p>
            <a:r>
              <a:rPr lang="en-US" sz="1400" b="1">
                <a:highlight>
                  <a:srgbClr val="FFC000"/>
                </a:highlight>
              </a:rPr>
              <a:t>Test and to generate theories. </a:t>
            </a:r>
          </a:p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Moreover, theories inform different parts of the design, such as the development of quantitative instruments or qualitative interview questions. </a:t>
            </a:r>
            <a:endParaRPr lang="en-GB" sz="12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94595E-6F5B-54BF-04A0-F902C8B65FE6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1593604" cy="8710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noProof="0">
                <a:solidFill>
                  <a:srgbClr val="FF0000"/>
                </a:solidFill>
                <a:latin typeface="Aptos SemiBold" panose="020F0502020204030204" pitchFamily="34" charset="0"/>
              </a:rPr>
              <a:t>Use of </a:t>
            </a:r>
            <a:br>
              <a:rPr lang="en-GB" sz="3200" b="1" noProof="0">
                <a:solidFill>
                  <a:srgbClr val="FF0000"/>
                </a:solidFill>
                <a:latin typeface="Aptos SemiBold" panose="020F0502020204030204" pitchFamily="34" charset="0"/>
              </a:rPr>
            </a:br>
            <a:r>
              <a:rPr lang="en-GB" sz="3200" b="1" noProof="0">
                <a:solidFill>
                  <a:srgbClr val="FF0000"/>
                </a:solidFill>
                <a:latin typeface="Aptos SemiBold" panose="020F0502020204030204" pitchFamily="34" charset="0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831261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7" grpId="0"/>
      <p:bldP spid="19" grpId="0"/>
      <p:bldP spid="12" grpId="0"/>
      <p:bldP spid="15" grpId="0" animBg="1"/>
      <p:bldP spid="18" grpId="0"/>
      <p:bldP spid="23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D2BCC-13A7-230F-0729-C38A3B4A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480B2C1-634E-218F-EED4-9705B167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F6848D-177C-3618-D4E1-ED216CEE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DE0EFFAA-6119-47EE-931A-4042EBB26F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C2C134-9CD0-8A7D-2A98-D7E32B232FE9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3549782" cy="862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Diversity in the Use of Theory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EDA40-283C-F0CD-BF53-0FD2C89B503A}"/>
              </a:ext>
            </a:extLst>
          </p:cNvPr>
          <p:cNvSpPr txBox="1"/>
          <p:nvPr/>
        </p:nvSpPr>
        <p:spPr>
          <a:xfrm>
            <a:off x="933410" y="1688021"/>
            <a:ext cx="57849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The nature of a theory varies considerably across different types of research. </a:t>
            </a:r>
          </a:p>
          <a:p>
            <a:endParaRPr lang="en-GB" noProof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rgbClr val="FFFF00"/>
                </a:solidFill>
              </a:rPr>
              <a:t>Design</a:t>
            </a:r>
            <a:r>
              <a:rPr lang="en-GB" sz="1400" b="1" noProof="0">
                <a:solidFill>
                  <a:schemeClr val="bg1"/>
                </a:solidFill>
              </a:rPr>
              <a:t>. </a:t>
            </a:r>
            <a:r>
              <a:rPr lang="en-US" sz="1400">
                <a:solidFill>
                  <a:schemeClr val="bg1"/>
                </a:solidFill>
              </a:rPr>
              <a:t>The use of theory depends on the type of research design: quantitative, qualitative, or mixed methods.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rgbClr val="FFFF00"/>
                </a:solidFill>
              </a:rPr>
              <a:t>Approach. </a:t>
            </a:r>
            <a:r>
              <a:rPr lang="en-US" sz="1400">
                <a:solidFill>
                  <a:schemeClr val="bg1"/>
                </a:solidFill>
              </a:rPr>
              <a:t>Theory may serve either as a prediction of what the researcher expects to find or as an inductive or deductive framework for a study. </a:t>
            </a:r>
          </a:p>
          <a:p>
            <a:endParaRPr lang="en-US" sz="1400" b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67EDB1C-17F3-636A-933B-3AFC7FB69794}"/>
              </a:ext>
            </a:extLst>
          </p:cNvPr>
          <p:cNvSpPr/>
          <p:nvPr/>
        </p:nvSpPr>
        <p:spPr>
          <a:xfrm rot="19095816">
            <a:off x="8734810" y="1567410"/>
            <a:ext cx="1346169" cy="1340814"/>
          </a:xfrm>
          <a:custGeom>
            <a:avLst/>
            <a:gdLst>
              <a:gd name="connsiteX0" fmla="*/ 1491584 w 2700713"/>
              <a:gd name="connsiteY0" fmla="*/ 0 h 2689969"/>
              <a:gd name="connsiteX1" fmla="*/ 1566867 w 2700713"/>
              <a:gd name="connsiteY1" fmla="*/ 70658 h 2689969"/>
              <a:gd name="connsiteX2" fmla="*/ 2699916 w 2700713"/>
              <a:gd name="connsiteY2" fmla="*/ 2581604 h 2689969"/>
              <a:gd name="connsiteX3" fmla="*/ 2700713 w 2700713"/>
              <a:gd name="connsiteY3" fmla="*/ 2667765 h 2689969"/>
              <a:gd name="connsiteX4" fmla="*/ 463313 w 2700713"/>
              <a:gd name="connsiteY4" fmla="*/ 2689969 h 2689969"/>
              <a:gd name="connsiteX5" fmla="*/ 449265 w 2700713"/>
              <a:gd name="connsiteY5" fmla="*/ 2556251 h 2689969"/>
              <a:gd name="connsiteX6" fmla="*/ 49404 w 2700713"/>
              <a:gd name="connsiteY6" fmla="*/ 1720743 h 2689969"/>
              <a:gd name="connsiteX7" fmla="*/ 0 w 2700713"/>
              <a:gd name="connsiteY7" fmla="*/ 1671978 h 2689969"/>
              <a:gd name="connsiteX8" fmla="*/ 1491584 w 2700713"/>
              <a:gd name="connsiteY8" fmla="*/ 0 h 268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713" h="2689969">
                <a:moveTo>
                  <a:pt x="1491584" y="0"/>
                </a:moveTo>
                <a:lnTo>
                  <a:pt x="1566867" y="70658"/>
                </a:lnTo>
                <a:cubicBezTo>
                  <a:pt x="2266155" y="761171"/>
                  <a:pt x="2647479" y="1662010"/>
                  <a:pt x="2699916" y="2581604"/>
                </a:cubicBezTo>
                <a:lnTo>
                  <a:pt x="2700713" y="2667765"/>
                </a:lnTo>
                <a:lnTo>
                  <a:pt x="463313" y="2689969"/>
                </a:lnTo>
                <a:lnTo>
                  <a:pt x="449265" y="2556251"/>
                </a:lnTo>
                <a:cubicBezTo>
                  <a:pt x="402581" y="2252293"/>
                  <a:pt x="268517" y="1960158"/>
                  <a:pt x="49404" y="1720743"/>
                </a:cubicBezTo>
                <a:lnTo>
                  <a:pt x="0" y="1671978"/>
                </a:lnTo>
                <a:lnTo>
                  <a:pt x="1491584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100" noProof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5C498FA5-9BB7-92AE-FDFE-BF659C7F2A8E}"/>
              </a:ext>
            </a:extLst>
          </p:cNvPr>
          <p:cNvSpPr/>
          <p:nvPr/>
        </p:nvSpPr>
        <p:spPr>
          <a:xfrm rot="19095816">
            <a:off x="6766490" y="2056460"/>
            <a:ext cx="2633722" cy="1348893"/>
          </a:xfrm>
          <a:custGeom>
            <a:avLst/>
            <a:gdLst>
              <a:gd name="connsiteX0" fmla="*/ 5283828 w 5283828"/>
              <a:gd name="connsiteY0" fmla="*/ 913299 h 2706178"/>
              <a:gd name="connsiteX1" fmla="*/ 3792244 w 5283828"/>
              <a:gd name="connsiteY1" fmla="*/ 2585277 h 2706178"/>
              <a:gd name="connsiteX2" fmla="*/ 3738179 w 5283828"/>
              <a:gd name="connsiteY2" fmla="*/ 2541736 h 2706178"/>
              <a:gd name="connsiteX3" fmla="*/ 1720742 w 5283828"/>
              <a:gd name="connsiteY3" fmla="*/ 2656775 h 2706178"/>
              <a:gd name="connsiteX4" fmla="*/ 1671977 w 5283828"/>
              <a:gd name="connsiteY4" fmla="*/ 2706178 h 2706178"/>
              <a:gd name="connsiteX5" fmla="*/ 0 w 5283828"/>
              <a:gd name="connsiteY5" fmla="*/ 1214595 h 2706178"/>
              <a:gd name="connsiteX6" fmla="*/ 70656 w 5283828"/>
              <a:gd name="connsiteY6" fmla="*/ 1139314 h 2706178"/>
              <a:gd name="connsiteX7" fmla="*/ 5205072 w 5283828"/>
              <a:gd name="connsiteY7" fmla="*/ 846538 h 2706178"/>
              <a:gd name="connsiteX8" fmla="*/ 5283828 w 5283828"/>
              <a:gd name="connsiteY8" fmla="*/ 913299 h 270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3828" h="2706178">
                <a:moveTo>
                  <a:pt x="5283828" y="913299"/>
                </a:moveTo>
                <a:lnTo>
                  <a:pt x="3792244" y="2585277"/>
                </a:lnTo>
                <a:lnTo>
                  <a:pt x="3738179" y="2541736"/>
                </a:lnTo>
                <a:cubicBezTo>
                  <a:pt x="3125048" y="2097290"/>
                  <a:pt x="2279376" y="2145512"/>
                  <a:pt x="1720742" y="2656775"/>
                </a:cubicBezTo>
                <a:lnTo>
                  <a:pt x="1671977" y="2706178"/>
                </a:lnTo>
                <a:lnTo>
                  <a:pt x="0" y="1214595"/>
                </a:lnTo>
                <a:lnTo>
                  <a:pt x="70656" y="1139314"/>
                </a:lnTo>
                <a:cubicBezTo>
                  <a:pt x="1451682" y="-259262"/>
                  <a:pt x="3674015" y="-385984"/>
                  <a:pt x="5205072" y="846538"/>
                </a:cubicBezTo>
                <a:lnTo>
                  <a:pt x="5283828" y="913299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100" noProof="0">
              <a:solidFill>
                <a:schemeClr val="bg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FCB1A6A8-969C-9E84-CF50-7FB51770373E}"/>
              </a:ext>
            </a:extLst>
          </p:cNvPr>
          <p:cNvSpPr/>
          <p:nvPr/>
        </p:nvSpPr>
        <p:spPr>
          <a:xfrm rot="19095816">
            <a:off x="9691523" y="2625981"/>
            <a:ext cx="1287207" cy="1209930"/>
          </a:xfrm>
          <a:custGeom>
            <a:avLst/>
            <a:gdLst>
              <a:gd name="connsiteX0" fmla="*/ 2581556 w 2582422"/>
              <a:gd name="connsiteY0" fmla="*/ 0 h 2427386"/>
              <a:gd name="connsiteX1" fmla="*/ 2582422 w 2582422"/>
              <a:gd name="connsiteY1" fmla="*/ 93544 h 2427386"/>
              <a:gd name="connsiteX2" fmla="*/ 1738740 w 2582422"/>
              <a:gd name="connsiteY2" fmla="*/ 2348630 h 2427386"/>
              <a:gd name="connsiteX3" fmla="*/ 1671979 w 2582422"/>
              <a:gd name="connsiteY3" fmla="*/ 2427386 h 2427386"/>
              <a:gd name="connsiteX4" fmla="*/ 0 w 2582422"/>
              <a:gd name="connsiteY4" fmla="*/ 935801 h 2427386"/>
              <a:gd name="connsiteX5" fmla="*/ 43540 w 2582422"/>
              <a:gd name="connsiteY5" fmla="*/ 881737 h 2427386"/>
              <a:gd name="connsiteX6" fmla="*/ 332561 w 2582422"/>
              <a:gd name="connsiteY6" fmla="*/ 159498 h 2427386"/>
              <a:gd name="connsiteX7" fmla="*/ 344446 w 2582422"/>
              <a:gd name="connsiteY7" fmla="*/ 22201 h 2427386"/>
              <a:gd name="connsiteX8" fmla="*/ 2581556 w 2582422"/>
              <a:gd name="connsiteY8" fmla="*/ 0 h 242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2422" h="2427386">
                <a:moveTo>
                  <a:pt x="2581556" y="0"/>
                </a:moveTo>
                <a:lnTo>
                  <a:pt x="2582422" y="93544"/>
                </a:lnTo>
                <a:cubicBezTo>
                  <a:pt x="2551690" y="891908"/>
                  <a:pt x="2272832" y="1685172"/>
                  <a:pt x="1738740" y="2348630"/>
                </a:cubicBezTo>
                <a:lnTo>
                  <a:pt x="1671979" y="2427386"/>
                </a:lnTo>
                <a:lnTo>
                  <a:pt x="0" y="935801"/>
                </a:lnTo>
                <a:lnTo>
                  <a:pt x="43540" y="881737"/>
                </a:lnTo>
                <a:cubicBezTo>
                  <a:pt x="202271" y="662762"/>
                  <a:pt x="298162" y="414126"/>
                  <a:pt x="332561" y="159498"/>
                </a:cubicBezTo>
                <a:lnTo>
                  <a:pt x="344446" y="22201"/>
                </a:lnTo>
                <a:lnTo>
                  <a:pt x="258155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77988556-B128-27A3-2209-FB2AF10437A4}"/>
              </a:ext>
            </a:extLst>
          </p:cNvPr>
          <p:cNvSpPr/>
          <p:nvPr/>
        </p:nvSpPr>
        <p:spPr>
          <a:xfrm rot="19095816">
            <a:off x="6955485" y="3370209"/>
            <a:ext cx="1287207" cy="1209929"/>
          </a:xfrm>
          <a:custGeom>
            <a:avLst/>
            <a:gdLst>
              <a:gd name="connsiteX0" fmla="*/ 910444 w 2582421"/>
              <a:gd name="connsiteY0" fmla="*/ 0 h 2427385"/>
              <a:gd name="connsiteX1" fmla="*/ 2582421 w 2582421"/>
              <a:gd name="connsiteY1" fmla="*/ 1491584 h 2427385"/>
              <a:gd name="connsiteX2" fmla="*/ 2538880 w 2582421"/>
              <a:gd name="connsiteY2" fmla="*/ 1545649 h 2427385"/>
              <a:gd name="connsiteX3" fmla="*/ 2249859 w 2582421"/>
              <a:gd name="connsiteY3" fmla="*/ 2267889 h 2427385"/>
              <a:gd name="connsiteX4" fmla="*/ 2237974 w 2582421"/>
              <a:gd name="connsiteY4" fmla="*/ 2405184 h 2427385"/>
              <a:gd name="connsiteX5" fmla="*/ 865 w 2582421"/>
              <a:gd name="connsiteY5" fmla="*/ 2427385 h 2427385"/>
              <a:gd name="connsiteX6" fmla="*/ 0 w 2582421"/>
              <a:gd name="connsiteY6" fmla="*/ 2333844 h 2427385"/>
              <a:gd name="connsiteX7" fmla="*/ 843682 w 2582421"/>
              <a:gd name="connsiteY7" fmla="*/ 78757 h 2427385"/>
              <a:gd name="connsiteX8" fmla="*/ 910444 w 2582421"/>
              <a:gd name="connsiteY8" fmla="*/ 0 h 242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2421" h="2427385">
                <a:moveTo>
                  <a:pt x="910444" y="0"/>
                </a:moveTo>
                <a:lnTo>
                  <a:pt x="2582421" y="1491584"/>
                </a:lnTo>
                <a:lnTo>
                  <a:pt x="2538880" y="1545649"/>
                </a:lnTo>
                <a:cubicBezTo>
                  <a:pt x="2380149" y="1764625"/>
                  <a:pt x="2284258" y="2013261"/>
                  <a:pt x="2249859" y="2267889"/>
                </a:cubicBezTo>
                <a:lnTo>
                  <a:pt x="2237974" y="2405184"/>
                </a:lnTo>
                <a:lnTo>
                  <a:pt x="865" y="2427385"/>
                </a:lnTo>
                <a:lnTo>
                  <a:pt x="0" y="2333844"/>
                </a:lnTo>
                <a:cubicBezTo>
                  <a:pt x="30732" y="1535480"/>
                  <a:pt x="309589" y="742215"/>
                  <a:pt x="843682" y="78757"/>
                </a:cubicBezTo>
                <a:lnTo>
                  <a:pt x="910444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E5B5DB4-B856-5C3A-CA65-EE20282B5343}"/>
              </a:ext>
            </a:extLst>
          </p:cNvPr>
          <p:cNvSpPr/>
          <p:nvPr/>
        </p:nvSpPr>
        <p:spPr>
          <a:xfrm rot="19095816">
            <a:off x="9656463" y="3372852"/>
            <a:ext cx="1347153" cy="1346331"/>
          </a:xfrm>
          <a:custGeom>
            <a:avLst/>
            <a:gdLst>
              <a:gd name="connsiteX0" fmla="*/ 1030707 w 2702686"/>
              <a:gd name="connsiteY0" fmla="*/ 0 h 2701036"/>
              <a:gd name="connsiteX1" fmla="*/ 2702686 w 2702686"/>
              <a:gd name="connsiteY1" fmla="*/ 1491585 h 2701036"/>
              <a:gd name="connsiteX2" fmla="*/ 2632028 w 2702686"/>
              <a:gd name="connsiteY2" fmla="*/ 1566867 h 2701036"/>
              <a:gd name="connsiteX3" fmla="*/ 121082 w 2702686"/>
              <a:gd name="connsiteY3" fmla="*/ 2699916 h 2701036"/>
              <a:gd name="connsiteX4" fmla="*/ 0 w 2702686"/>
              <a:gd name="connsiteY4" fmla="*/ 2701036 h 2701036"/>
              <a:gd name="connsiteX5" fmla="*/ 0 w 2702686"/>
              <a:gd name="connsiteY5" fmla="*/ 464649 h 2701036"/>
              <a:gd name="connsiteX6" fmla="*/ 146433 w 2702686"/>
              <a:gd name="connsiteY6" fmla="*/ 449265 h 2701036"/>
              <a:gd name="connsiteX7" fmla="*/ 981941 w 2702686"/>
              <a:gd name="connsiteY7" fmla="*/ 49404 h 2701036"/>
              <a:gd name="connsiteX8" fmla="*/ 1030707 w 2702686"/>
              <a:gd name="connsiteY8" fmla="*/ 0 h 2701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2686" h="2701036">
                <a:moveTo>
                  <a:pt x="1030707" y="0"/>
                </a:moveTo>
                <a:lnTo>
                  <a:pt x="2702686" y="1491585"/>
                </a:lnTo>
                <a:lnTo>
                  <a:pt x="2632028" y="1566867"/>
                </a:lnTo>
                <a:cubicBezTo>
                  <a:pt x="1941515" y="2266155"/>
                  <a:pt x="1040676" y="2647479"/>
                  <a:pt x="121082" y="2699916"/>
                </a:cubicBezTo>
                <a:lnTo>
                  <a:pt x="0" y="2701036"/>
                </a:lnTo>
                <a:lnTo>
                  <a:pt x="0" y="464649"/>
                </a:lnTo>
                <a:lnTo>
                  <a:pt x="146433" y="449265"/>
                </a:lnTo>
                <a:cubicBezTo>
                  <a:pt x="450391" y="402582"/>
                  <a:pt x="742527" y="268517"/>
                  <a:pt x="981941" y="49404"/>
                </a:cubicBezTo>
                <a:lnTo>
                  <a:pt x="103070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C13C837-14EA-31CA-1C18-47D998E32D3A}"/>
              </a:ext>
            </a:extLst>
          </p:cNvPr>
          <p:cNvSpPr/>
          <p:nvPr/>
        </p:nvSpPr>
        <p:spPr>
          <a:xfrm rot="19095816">
            <a:off x="7853234" y="4297895"/>
            <a:ext cx="1346169" cy="1340815"/>
          </a:xfrm>
          <a:custGeom>
            <a:avLst/>
            <a:gdLst>
              <a:gd name="connsiteX0" fmla="*/ 2237399 w 2700712"/>
              <a:gd name="connsiteY0" fmla="*/ 0 h 2689970"/>
              <a:gd name="connsiteX1" fmla="*/ 2251447 w 2700712"/>
              <a:gd name="connsiteY1" fmla="*/ 133719 h 2689970"/>
              <a:gd name="connsiteX2" fmla="*/ 2651308 w 2700712"/>
              <a:gd name="connsiteY2" fmla="*/ 969228 h 2689970"/>
              <a:gd name="connsiteX3" fmla="*/ 2700712 w 2700712"/>
              <a:gd name="connsiteY3" fmla="*/ 1017993 h 2689970"/>
              <a:gd name="connsiteX4" fmla="*/ 1209128 w 2700712"/>
              <a:gd name="connsiteY4" fmla="*/ 2689970 h 2689970"/>
              <a:gd name="connsiteX5" fmla="*/ 1133846 w 2700712"/>
              <a:gd name="connsiteY5" fmla="*/ 2619314 h 2689970"/>
              <a:gd name="connsiteX6" fmla="*/ 798 w 2700712"/>
              <a:gd name="connsiteY6" fmla="*/ 108368 h 2689970"/>
              <a:gd name="connsiteX7" fmla="*/ 0 w 2700712"/>
              <a:gd name="connsiteY7" fmla="*/ 22204 h 2689970"/>
              <a:gd name="connsiteX8" fmla="*/ 2237399 w 2700712"/>
              <a:gd name="connsiteY8" fmla="*/ 0 h 268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712" h="2689970">
                <a:moveTo>
                  <a:pt x="2237399" y="0"/>
                </a:moveTo>
                <a:lnTo>
                  <a:pt x="2251447" y="133719"/>
                </a:lnTo>
                <a:cubicBezTo>
                  <a:pt x="2298131" y="437677"/>
                  <a:pt x="2432195" y="729813"/>
                  <a:pt x="2651308" y="969228"/>
                </a:cubicBezTo>
                <a:lnTo>
                  <a:pt x="2700712" y="1017993"/>
                </a:lnTo>
                <a:lnTo>
                  <a:pt x="1209128" y="2689970"/>
                </a:lnTo>
                <a:lnTo>
                  <a:pt x="1133846" y="2619314"/>
                </a:lnTo>
                <a:cubicBezTo>
                  <a:pt x="434559" y="1928801"/>
                  <a:pt x="53235" y="1027962"/>
                  <a:pt x="798" y="108368"/>
                </a:cubicBezTo>
                <a:lnTo>
                  <a:pt x="0" y="22204"/>
                </a:lnTo>
                <a:lnTo>
                  <a:pt x="223739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100" noProof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1AC0E5E9-40E2-C41B-21C3-9904A7A0F46D}"/>
              </a:ext>
            </a:extLst>
          </p:cNvPr>
          <p:cNvSpPr/>
          <p:nvPr/>
        </p:nvSpPr>
        <p:spPr>
          <a:xfrm rot="19095816">
            <a:off x="8736465" y="4333271"/>
            <a:ext cx="1192521" cy="1287208"/>
          </a:xfrm>
          <a:custGeom>
            <a:avLst/>
            <a:gdLst>
              <a:gd name="connsiteX0" fmla="*/ 2392460 w 2392460"/>
              <a:gd name="connsiteY0" fmla="*/ 343345 h 2582422"/>
              <a:gd name="connsiteX1" fmla="*/ 2392459 w 2392460"/>
              <a:gd name="connsiteY1" fmla="*/ 2581879 h 2582422"/>
              <a:gd name="connsiteX2" fmla="*/ 2333844 w 2392460"/>
              <a:gd name="connsiteY2" fmla="*/ 2582422 h 2582422"/>
              <a:gd name="connsiteX3" fmla="*/ 78757 w 2392460"/>
              <a:gd name="connsiteY3" fmla="*/ 1738740 h 2582422"/>
              <a:gd name="connsiteX4" fmla="*/ 0 w 2392460"/>
              <a:gd name="connsiteY4" fmla="*/ 1671977 h 2582422"/>
              <a:gd name="connsiteX5" fmla="*/ 1491584 w 2392460"/>
              <a:gd name="connsiteY5" fmla="*/ 0 h 2582422"/>
              <a:gd name="connsiteX6" fmla="*/ 1545649 w 2392460"/>
              <a:gd name="connsiteY6" fmla="*/ 43540 h 2582422"/>
              <a:gd name="connsiteX7" fmla="*/ 2267889 w 2392460"/>
              <a:gd name="connsiteY7" fmla="*/ 332561 h 2582422"/>
              <a:gd name="connsiteX8" fmla="*/ 2392460 w 2392460"/>
              <a:gd name="connsiteY8" fmla="*/ 343345 h 258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2460" h="2582422">
                <a:moveTo>
                  <a:pt x="2392460" y="343345"/>
                </a:moveTo>
                <a:lnTo>
                  <a:pt x="2392459" y="2581879"/>
                </a:lnTo>
                <a:lnTo>
                  <a:pt x="2333844" y="2582422"/>
                </a:lnTo>
                <a:cubicBezTo>
                  <a:pt x="1535479" y="2551690"/>
                  <a:pt x="742215" y="2272833"/>
                  <a:pt x="78757" y="1738740"/>
                </a:cubicBezTo>
                <a:lnTo>
                  <a:pt x="0" y="1671977"/>
                </a:lnTo>
                <a:lnTo>
                  <a:pt x="1491584" y="0"/>
                </a:lnTo>
                <a:lnTo>
                  <a:pt x="1545649" y="43540"/>
                </a:lnTo>
                <a:cubicBezTo>
                  <a:pt x="1764625" y="202271"/>
                  <a:pt x="2013260" y="298162"/>
                  <a:pt x="2267889" y="332561"/>
                </a:cubicBezTo>
                <a:lnTo>
                  <a:pt x="2392460" y="34334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100" noProof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C4A870E-AEE0-C4D6-AEB1-D874BD9F0DBD}"/>
              </a:ext>
            </a:extLst>
          </p:cNvPr>
          <p:cNvSpPr/>
          <p:nvPr/>
        </p:nvSpPr>
        <p:spPr>
          <a:xfrm>
            <a:off x="8247626" y="2884535"/>
            <a:ext cx="1414580" cy="141458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CA5043E-7C73-FFA4-4C63-77D4DC79CD7F}"/>
              </a:ext>
            </a:extLst>
          </p:cNvPr>
          <p:cNvSpPr txBox="1"/>
          <p:nvPr/>
        </p:nvSpPr>
        <p:spPr>
          <a:xfrm>
            <a:off x="7456376" y="2316084"/>
            <a:ext cx="1257649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GB" sz="105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Identification of theories through the literature review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D36F170-AC57-8492-89E0-A645548252AE}"/>
              </a:ext>
            </a:extLst>
          </p:cNvPr>
          <p:cNvSpPr txBox="1"/>
          <p:nvPr/>
        </p:nvSpPr>
        <p:spPr>
          <a:xfrm>
            <a:off x="9056156" y="1969926"/>
            <a:ext cx="106488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sz="105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Inclusion of an a priori framework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B8E108A-8464-D3ED-5B4D-234D33E7C9C3}"/>
              </a:ext>
            </a:extLst>
          </p:cNvPr>
          <p:cNvSpPr txBox="1"/>
          <p:nvPr/>
        </p:nvSpPr>
        <p:spPr>
          <a:xfrm>
            <a:off x="9824009" y="2817390"/>
            <a:ext cx="10648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en-GB" sz="1050">
                <a:solidFill>
                  <a:schemeClr val="tx1">
                    <a:lumMod val="75000"/>
                    <a:lumOff val="25000"/>
                  </a:schemeClr>
                </a:solidFill>
              </a:rPr>
              <a:t>. Development of the content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BF9E985-237D-9701-EFEF-9BA5598B820C}"/>
              </a:ext>
            </a:extLst>
          </p:cNvPr>
          <p:cNvSpPr txBox="1"/>
          <p:nvPr/>
        </p:nvSpPr>
        <p:spPr>
          <a:xfrm>
            <a:off x="9760509" y="3763934"/>
            <a:ext cx="1064889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en-GB" sz="105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Discussion of how theory is used in the literature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5153802-65FA-7CB6-F1BF-293BB485D161}"/>
              </a:ext>
            </a:extLst>
          </p:cNvPr>
          <p:cNvSpPr txBox="1"/>
          <p:nvPr/>
        </p:nvSpPr>
        <p:spPr>
          <a:xfrm>
            <a:off x="9037267" y="4820401"/>
            <a:ext cx="1176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en-GB" sz="1050">
                <a:solidFill>
                  <a:schemeClr val="tx1">
                    <a:lumMod val="75000"/>
                    <a:lumOff val="25000"/>
                  </a:schemeClr>
                </a:solidFill>
              </a:rPr>
              <a:t>. Visualisation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569C94D-7318-289B-1DBA-F36CCD870F3A}"/>
              </a:ext>
            </a:extLst>
          </p:cNvPr>
          <p:cNvSpPr txBox="1"/>
          <p:nvPr/>
        </p:nvSpPr>
        <p:spPr>
          <a:xfrm>
            <a:off x="7893931" y="4534482"/>
            <a:ext cx="11763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r>
              <a:rPr lang="en-GB" sz="105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Theoretical support for the study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7DDD5-06B9-6EAD-6859-F32C3361F713}"/>
              </a:ext>
            </a:extLst>
          </p:cNvPr>
          <p:cNvSpPr txBox="1"/>
          <p:nvPr/>
        </p:nvSpPr>
        <p:spPr>
          <a:xfrm>
            <a:off x="7220353" y="3703958"/>
            <a:ext cx="1029851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r>
              <a:rPr lang="en-GB" sz="105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Revisiting the framework considering the findings</a:t>
            </a:r>
            <a:endParaRPr lang="en-GB" sz="105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96AC9-A965-C6C7-CFF5-485F1BB379D8}"/>
              </a:ext>
            </a:extLst>
          </p:cNvPr>
          <p:cNvSpPr txBox="1"/>
          <p:nvPr/>
        </p:nvSpPr>
        <p:spPr>
          <a:xfrm>
            <a:off x="8461428" y="3123455"/>
            <a:ext cx="1013576" cy="68304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784132"/>
              </a:avLst>
            </a:prstTxWarp>
            <a:spAutoFit/>
          </a:bodyPr>
          <a:lstStyle/>
          <a:p>
            <a:pPr algn="ctr"/>
            <a:r>
              <a:rPr lang="en-GB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Where to</a:t>
            </a:r>
            <a:endParaRPr lang="en-GB" sz="11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2F05D-4986-B390-D872-79D044C73CCF}"/>
              </a:ext>
            </a:extLst>
          </p:cNvPr>
          <p:cNvSpPr txBox="1"/>
          <p:nvPr/>
        </p:nvSpPr>
        <p:spPr>
          <a:xfrm>
            <a:off x="8429134" y="3521257"/>
            <a:ext cx="1095652" cy="60098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2323633"/>
              </a:avLst>
            </a:prstTxWarp>
            <a:spAutoFit/>
          </a:bodyPr>
          <a:lstStyle/>
          <a:p>
            <a:pPr algn="ctr"/>
            <a:r>
              <a:rPr lang="en-GB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</a:t>
            </a:r>
            <a:endParaRPr lang="en-GB" sz="11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Graphic 9" descr="Flowchart with solid fill">
            <a:extLst>
              <a:ext uri="{FF2B5EF4-FFF2-40B4-BE49-F238E27FC236}">
                <a16:creationId xmlns:a16="http://schemas.microsoft.com/office/drawing/2014/main" id="{2CF2EC3E-D83F-65A0-75DC-678B65406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1013" y="3303041"/>
            <a:ext cx="587807" cy="5878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6F9D68-00B3-6AB3-9B6C-25754A3F9235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9B93B2-D314-7DE1-34EB-B518A60D155D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441BCB-7BEC-4D43-4928-AEF781D85683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2EEB1-138F-2290-0B08-414F0DE96B5D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48A483-AE9E-EB18-C590-00461E5ABA76}"/>
              </a:ext>
            </a:extLst>
          </p:cNvPr>
          <p:cNvSpPr txBox="1"/>
          <p:nvPr/>
        </p:nvSpPr>
        <p:spPr>
          <a:xfrm>
            <a:off x="1019787" y="3928597"/>
            <a:ext cx="53872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The development of the literature review enables researchers to identify examples of theories to be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utilised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Multiple authors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Multiple dates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Multiple contexts</a:t>
            </a:r>
          </a:p>
        </p:txBody>
      </p:sp>
    </p:spTree>
    <p:extLst>
      <p:ext uri="{BB962C8B-B14F-4D97-AF65-F5344CB8AC3E}">
        <p14:creationId xmlns:p14="http://schemas.microsoft.com/office/powerpoint/2010/main" val="138942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5" grpId="0" animBg="1"/>
      <p:bldP spid="103" grpId="0" animBg="1"/>
      <p:bldP spid="92" grpId="0" animBg="1"/>
      <p:bldP spid="88" grpId="0" animBg="1"/>
      <p:bldP spid="86" grpId="0" animBg="1"/>
      <p:bldP spid="85" grpId="0" animBg="1"/>
      <p:bldP spid="131" grpId="0" animBg="1"/>
      <p:bldP spid="132" grpId="0"/>
      <p:bldP spid="133" grpId="0"/>
      <p:bldP spid="134" grpId="0"/>
      <p:bldP spid="135" grpId="0"/>
      <p:bldP spid="136" grpId="0"/>
      <p:bldP spid="138" grpId="0"/>
      <p:bldP spid="3" grpId="0"/>
      <p:bldP spid="6" grpId="0"/>
      <p:bldP spid="9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25A74-A16D-7C39-5D29-2E40B40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ADE3A6A-1A36-C012-37A2-39A530D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02ED-0067-1CB8-998F-39CF3B26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A31A1C-F4BE-C699-F224-43F94DA9E6DD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>
                <a:solidFill>
                  <a:prstClr val="white">
                    <a:lumMod val="95000"/>
                  </a:prstClr>
                </a:solidFill>
                <a:latin typeface="Aptos SemiBold"/>
              </a:rPr>
              <a:t>Use</a:t>
            </a: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/>
              </a:rPr>
              <a:t> of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theory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2B75E8-1817-0151-5CB6-CEE4F70C02EF}"/>
              </a:ext>
            </a:extLst>
          </p:cNvPr>
          <p:cNvGrpSpPr/>
          <p:nvPr/>
        </p:nvGrpSpPr>
        <p:grpSpPr>
          <a:xfrm>
            <a:off x="2883669" y="2804981"/>
            <a:ext cx="1248038" cy="1248038"/>
            <a:chOff x="718594" y="4663575"/>
            <a:chExt cx="1248038" cy="1248038"/>
          </a:xfrm>
          <a:solidFill>
            <a:srgbClr val="EB2222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618D64-A309-D820-CBE8-F5206CC62A39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4F95F17-30DD-9C56-7E49-EA2201F0F63F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981798-2E6B-057D-E71F-208EB89B7844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grp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GB" noProof="0">
                    <a:solidFill>
                      <a:schemeClr val="bg1">
                        <a:lumMod val="95000"/>
                      </a:schemeClr>
                    </a:solidFill>
                  </a:rPr>
                  <a:t>Quantitative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126A1F-2865-5283-5BE8-52808AD519A3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chemeClr val="bg1">
                      <a:lumMod val="95000"/>
                    </a:schemeClr>
                  </a:solidFill>
                  <a:latin typeface="Aptos Black" panose="020B0004020202020204" pitchFamily="34" charset="0"/>
                </a:rPr>
                <a:t>1</a:t>
              </a:r>
              <a:endParaRPr lang="en-GB" sz="3600" b="1" noProof="0">
                <a:solidFill>
                  <a:schemeClr val="bg1">
                    <a:lumMod val="95000"/>
                  </a:schemeClr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4897E97-EEA9-7FB8-6DF9-B8351C349378}"/>
              </a:ext>
            </a:extLst>
          </p:cNvPr>
          <p:cNvGrpSpPr/>
          <p:nvPr/>
        </p:nvGrpSpPr>
        <p:grpSpPr>
          <a:xfrm>
            <a:off x="5367213" y="2804981"/>
            <a:ext cx="1248038" cy="1248038"/>
            <a:chOff x="5367213" y="2804981"/>
            <a:chExt cx="1248038" cy="124803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4D33F48-550B-BD74-129B-66365C09E58D}"/>
                </a:ext>
              </a:extLst>
            </p:cNvPr>
            <p:cNvGrpSpPr/>
            <p:nvPr/>
          </p:nvGrpSpPr>
          <p:grpSpPr>
            <a:xfrm>
              <a:off x="5367213" y="2804981"/>
              <a:ext cx="1248038" cy="1248038"/>
              <a:chOff x="10234551" y="2151076"/>
              <a:chExt cx="1248038" cy="1248038"/>
            </a:xfrm>
            <a:solidFill>
              <a:srgbClr val="FFC000"/>
            </a:solidFill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191B4B8-7E09-5A00-6E9C-CABB12AB794B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F3B925-B65B-BBAB-A480-1E670F1C5345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GB" noProof="0"/>
                  <a:t>Qualitative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583E4D-94C7-55A5-69C7-470553EFB39D}"/>
                </a:ext>
              </a:extLst>
            </p:cNvPr>
            <p:cNvSpPr txBox="1"/>
            <p:nvPr/>
          </p:nvSpPr>
          <p:spPr>
            <a:xfrm>
              <a:off x="5757895" y="3139567"/>
              <a:ext cx="4524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noProof="0">
                  <a:latin typeface="Aptos Black" panose="020B0004020202020204" pitchFamily="34" charset="0"/>
                </a:rPr>
                <a:t>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0D1D33-D0BD-40DC-21E8-9E17E0316252}"/>
              </a:ext>
            </a:extLst>
          </p:cNvPr>
          <p:cNvGrpSpPr/>
          <p:nvPr/>
        </p:nvGrpSpPr>
        <p:grpSpPr>
          <a:xfrm>
            <a:off x="7850757" y="2804981"/>
            <a:ext cx="1248038" cy="1248038"/>
            <a:chOff x="718594" y="4663575"/>
            <a:chExt cx="1248038" cy="12480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BA332D-7F67-D5EA-A488-5D1CDE1719A9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84544A1-CB39-7EAA-A6E9-1949A0C2A9C3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C21836-0C87-11A3-7A8C-1F922C217BC1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GB" noProof="0">
                    <a:solidFill>
                      <a:schemeClr val="bg1"/>
                    </a:solidFill>
                  </a:rPr>
                  <a:t>Mixed methods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81717-24CF-FD2A-6627-FCEBA292F6B4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noProof="0">
                  <a:solidFill>
                    <a:schemeClr val="bg1"/>
                  </a:solidFill>
                  <a:latin typeface="Aptos Black" panose="020B0004020202020204" pitchFamily="34" charset="0"/>
                </a:rPr>
                <a:t>3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A675DBD-4FFB-A80F-B83A-55279C59F42C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F24BD-5919-9EDF-D1D8-0A4669BB7B62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81D20F-45EC-803A-1294-E0522CD8CFA0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D37CA4-47D2-5E5B-3F3C-C99E70A1009A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4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E83C3-4FD4-BE5D-52FC-84884A6F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42997-2671-BE6E-CADF-A7621E6F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FE905683-8BE6-1E45-E32A-BE82C75FE49D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>
                <a:solidFill>
                  <a:schemeClr val="bg1"/>
                </a:solidFill>
                <a:latin typeface="Aptos SemiBold" panose="020F0502020204030204" pitchFamily="34" charset="0"/>
              </a:rPr>
              <a:t>Quantitative designs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8F072C4-6D0A-15E8-A66D-C55FED75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2B2DDAA8-65BF-9275-D442-7DDB0EF830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C88EFB-1B57-B65B-0B6D-135BBD9E84FD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368480-ABB6-3E70-03B9-6A6A055A1D1A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323825B-B610-A6D5-99F7-CC84B042ADEF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83E7B7-31E6-2D9A-D29F-5B7E2D11651C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GB" sz="1600" noProof="0">
                    <a:solidFill>
                      <a:schemeClr val="bg1"/>
                    </a:solidFill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8EC5C6-51DD-5C7F-0A42-74917655404F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noProof="0">
                  <a:solidFill>
                    <a:schemeClr val="bg1"/>
                  </a:solidFill>
                  <a:latin typeface="Aptos Black" panose="020B0004020202020204" pitchFamily="34" charset="0"/>
                </a:rPr>
                <a:t>1</a:t>
              </a:r>
              <a:endParaRPr lang="en-GB" sz="2400" b="1" noProof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71CFF8-BFF3-9A98-BB48-5022151F6B56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CB5441-DDAD-837F-74EB-BDED11908B4B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>
                  <a:solidFill>
                    <a:schemeClr val="bg1"/>
                  </a:solidFill>
                </a:rPr>
                <a:t>Evaluation of the type of variables</a:t>
              </a:r>
              <a:endParaRPr lang="en-GB" sz="1600" b="1" noProof="0">
                <a:solidFill>
                  <a:schemeClr val="bg1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9EAAB9-522E-DF33-4C20-95552654C4E8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chemeClr val="bg1"/>
                  </a:solidFill>
                  <a:latin typeface="Aptos Black" panose="020B0004020202020204" pitchFamily="34" charset="0"/>
                </a:rPr>
                <a:t>1.</a:t>
              </a:r>
              <a:endParaRPr lang="en-GB" sz="3600" b="1" noProof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273729D-2B69-1436-4CE9-268AE3639408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74CBAE-27B6-1FD5-1361-9820566A03BA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>
                  <a:solidFill>
                    <a:srgbClr val="FF5B5F"/>
                  </a:solidFill>
                </a:rPr>
                <a:t>Evaluation of the type of variables</a:t>
              </a:r>
              <a:endParaRPr lang="en-GB" sz="1600" b="1" noProof="0">
                <a:solidFill>
                  <a:srgbClr val="FF5B5F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0A9AE2-46DA-FD6A-0AE3-90DC8BCB9F2A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5B5F"/>
                  </a:solidFill>
                  <a:latin typeface="Aptos Black" panose="020B0004020202020204" pitchFamily="34" charset="0"/>
                </a:rPr>
                <a:t>2.</a:t>
              </a:r>
              <a:endParaRPr lang="en-GB" sz="3600" b="1" noProof="0">
                <a:solidFill>
                  <a:srgbClr val="FF5B5F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51C04E-715A-56A3-FF3B-66E4B14348AB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964B5A-9676-5A3D-BE19-2239824D31BA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 noProof="0">
                  <a:solidFill>
                    <a:srgbClr val="FF5B5F"/>
                  </a:solidFill>
                </a:rPr>
                <a:t>Introduction of causal schemes</a:t>
              </a:r>
              <a:endParaRPr lang="en-GB" sz="1600" b="1" noProof="0">
                <a:solidFill>
                  <a:srgbClr val="FF5B5F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D06B24-769E-4BE5-BAD6-67E68A7E780A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5B5F"/>
                  </a:solidFill>
                  <a:latin typeface="Aptos Black" panose="020B0004020202020204" pitchFamily="34" charset="0"/>
                </a:rPr>
                <a:t>3.</a:t>
              </a:r>
              <a:endParaRPr lang="en-GB" sz="3600" b="1" noProof="0">
                <a:solidFill>
                  <a:srgbClr val="FF5B5F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355198-D2BB-BE16-3807-206539A92B0F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DC44DC-05B4-6391-8A8E-E21995BD8736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 noProof="0">
                  <a:solidFill>
                    <a:srgbClr val="FF5B5F"/>
                  </a:solidFill>
                </a:rPr>
                <a:t>Forms of presentation</a:t>
              </a:r>
              <a:endParaRPr lang="en-GB" sz="1600" b="1" noProof="0">
                <a:solidFill>
                  <a:srgbClr val="FF5B5F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0FF3E-DEA3-CAE1-6F29-9746DE23A103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5B5F"/>
                  </a:solidFill>
                  <a:latin typeface="Aptos Black" panose="020B0004020202020204" pitchFamily="34" charset="0"/>
                </a:rPr>
                <a:t>4.</a:t>
              </a:r>
              <a:endParaRPr lang="en-GB" sz="3600" b="1" noProof="0">
                <a:solidFill>
                  <a:srgbClr val="FF5B5F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C6910BB-E5C1-2A07-CD9C-291E9619DB81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53603-85C6-EFAA-1381-CA559E885BFF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 noProof="0">
                  <a:solidFill>
                    <a:srgbClr val="FF5B5F"/>
                  </a:solidFill>
                </a:rPr>
                <a:t>Inclusion of theory</a:t>
              </a:r>
              <a:endParaRPr lang="en-GB" sz="1600" b="1" noProof="0">
                <a:solidFill>
                  <a:srgbClr val="FF5B5F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1A830E-2787-AF7D-E77D-D06D15E6A63B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5B5F"/>
                  </a:solidFill>
                  <a:latin typeface="Aptos Black" panose="020B0004020202020204" pitchFamily="34" charset="0"/>
                </a:rPr>
                <a:t>5.</a:t>
              </a:r>
              <a:endParaRPr lang="en-GB" sz="3600" b="1" noProof="0">
                <a:solidFill>
                  <a:srgbClr val="FF5B5F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C553C1-081F-6110-0477-7CA05E18B038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7AB8E8-865C-22B7-2BBF-F816B584C6BB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 noProof="0">
                  <a:solidFill>
                    <a:srgbClr val="FF5B5F"/>
                  </a:solidFill>
                </a:rPr>
                <a:t>Writing the theory section</a:t>
              </a:r>
              <a:endParaRPr lang="en-GB" sz="1600" b="1" noProof="0">
                <a:solidFill>
                  <a:srgbClr val="FF5B5F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4EA1307-3ABF-A249-440F-5DD42AA993B8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5B5F"/>
                  </a:solidFill>
                  <a:latin typeface="Aptos Black" panose="020B0004020202020204" pitchFamily="34" charset="0"/>
                </a:rPr>
                <a:t>6.</a:t>
              </a:r>
              <a:endParaRPr lang="en-GB" sz="3600" b="1" noProof="0">
                <a:solidFill>
                  <a:srgbClr val="FF5B5F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5CB7465-3095-C255-B985-C35925EA6250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83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A3BA-AB8C-A60D-0D92-BDA78CDF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D484-AAE6-2771-D339-54B4FC87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D773225B-6798-3D70-2AF6-7B96267E8C80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525008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F831A55-9920-5D67-786F-3C9D53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E76736A-189C-78C5-7E63-B549C51AE09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DF9318-D6A4-BB0D-7558-C782402EECD3}"/>
              </a:ext>
            </a:extLst>
          </p:cNvPr>
          <p:cNvGrpSpPr/>
          <p:nvPr/>
        </p:nvGrpSpPr>
        <p:grpSpPr>
          <a:xfrm>
            <a:off x="891590" y="1415617"/>
            <a:ext cx="1938107" cy="646331"/>
            <a:chOff x="1812358" y="2976142"/>
            <a:chExt cx="1938107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E347AA-6476-18E9-8EF7-31F403F97E99}"/>
                </a:ext>
              </a:extLst>
            </p:cNvPr>
            <p:cNvSpPr txBox="1"/>
            <p:nvPr/>
          </p:nvSpPr>
          <p:spPr>
            <a:xfrm>
              <a:off x="2406032" y="3045487"/>
              <a:ext cx="134443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 noProof="0"/>
                <a:t>Definition of Theory</a:t>
              </a:r>
              <a:endParaRPr lang="en-GB" sz="1600" b="1" noProof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5AA7D7-17B8-8FE7-D781-C827A665C6A9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3600" b="1" noProof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04BDEE-4A9A-FB37-1A97-61A1093F5626}"/>
              </a:ext>
            </a:extLst>
          </p:cNvPr>
          <p:cNvSpPr txBox="1"/>
          <p:nvPr/>
        </p:nvSpPr>
        <p:spPr>
          <a:xfrm>
            <a:off x="998853" y="1992601"/>
            <a:ext cx="4525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Historical Background:  </a:t>
            </a:r>
            <a:r>
              <a:rPr lang="en-US" sz="1400"/>
              <a:t>a theory is regarded as a scientific prediction or an explanation that is expected to be observed.</a:t>
            </a:r>
            <a:endParaRPr lang="en-GB" sz="1400" noProof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67712-8627-A7B3-6D66-43C616527C84}"/>
              </a:ext>
            </a:extLst>
          </p:cNvPr>
          <p:cNvSpPr txBox="1"/>
          <p:nvPr/>
        </p:nvSpPr>
        <p:spPr>
          <a:xfrm>
            <a:off x="2180015" y="2862769"/>
            <a:ext cx="36257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A theory is a set of constructs (variables), definitions, and interrelated propositions that presents a </a:t>
            </a:r>
            <a:r>
              <a:rPr lang="en-US" sz="1200" b="1">
                <a:highlight>
                  <a:srgbClr val="FFC000"/>
                </a:highlight>
              </a:rPr>
              <a:t>systematic view of phenomena by specifying the relationships among variables, with the aim of explaining natural phenomena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GB" sz="1200" b="1" noProof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758894-8B9A-D05F-65B9-C7DA9E267597}"/>
              </a:ext>
            </a:extLst>
          </p:cNvPr>
          <p:cNvSpPr txBox="1"/>
          <p:nvPr/>
        </p:nvSpPr>
        <p:spPr>
          <a:xfrm>
            <a:off x="1173530" y="3644711"/>
            <a:ext cx="108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Kerlinger </a:t>
            </a:r>
            <a:br>
              <a:rPr lang="en-GB" sz="900" b="1" noProof="0"/>
            </a:br>
            <a:r>
              <a:rPr lang="en-GB" sz="900" b="1" noProof="0"/>
              <a:t>(1979)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DD1D3A93-4281-18F9-380A-9247D1F9A876}"/>
              </a:ext>
            </a:extLst>
          </p:cNvPr>
          <p:cNvSpPr/>
          <p:nvPr/>
        </p:nvSpPr>
        <p:spPr>
          <a:xfrm>
            <a:off x="5985951" y="2556005"/>
            <a:ext cx="282326" cy="3745460"/>
          </a:xfrm>
          <a:prstGeom prst="leftBrace">
            <a:avLst>
              <a:gd name="adj1" fmla="val 58333"/>
              <a:gd name="adj2" fmla="val 48817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BB8BA-1A76-1066-59E5-6C2D9E2B2936}"/>
              </a:ext>
            </a:extLst>
          </p:cNvPr>
          <p:cNvSpPr txBox="1"/>
          <p:nvPr/>
        </p:nvSpPr>
        <p:spPr>
          <a:xfrm>
            <a:off x="6377940" y="2556005"/>
            <a:ext cx="4782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b="1">
                <a:solidFill>
                  <a:srgbClr val="FF0000"/>
                </a:solidFill>
              </a:rPr>
              <a:t>A theory has both a purpose and a procedure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highlight>
                  <a:srgbClr val="FFC000"/>
                </a:highlight>
              </a:rPr>
              <a:t>Purpose</a:t>
            </a:r>
            <a:r>
              <a:rPr lang="en-US">
                <a:solidFill>
                  <a:schemeClr val="bg1">
                    <a:lumMod val="85000"/>
                  </a:schemeClr>
                </a:solidFill>
              </a:rPr>
              <a:t>: to explain natural phenomena.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highlight>
                  <a:srgbClr val="FFC000"/>
                </a:highlight>
              </a:rPr>
              <a:t>Procedure</a:t>
            </a:r>
            <a:r>
              <a:rPr lang="en-US">
                <a:solidFill>
                  <a:schemeClr val="bg1">
                    <a:lumMod val="85000"/>
                  </a:schemeClr>
                </a:solidFill>
              </a:rPr>
              <a:t>: to study interrelated variables, whose relationships take the form of propositions or hypotheses.</a:t>
            </a:r>
            <a:endParaRPr lang="en-GB" noProof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F6F2B64-63C5-768D-7265-EDD083159DD2}"/>
              </a:ext>
            </a:extLst>
          </p:cNvPr>
          <p:cNvGrpSpPr/>
          <p:nvPr/>
        </p:nvGrpSpPr>
        <p:grpSpPr>
          <a:xfrm>
            <a:off x="1344340" y="4334856"/>
            <a:ext cx="745501" cy="767893"/>
            <a:chOff x="7174689" y="4163676"/>
            <a:chExt cx="745501" cy="767893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AE20989-3946-1195-4688-9FC42CD05FD5}"/>
                </a:ext>
              </a:extLst>
            </p:cNvPr>
            <p:cNvSpPr/>
            <p:nvPr/>
          </p:nvSpPr>
          <p:spPr>
            <a:xfrm>
              <a:off x="7174689" y="4163676"/>
              <a:ext cx="745501" cy="74550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>
                <a:solidFill>
                  <a:schemeClr val="tx1"/>
                </a:solidFill>
              </a:endParaRPr>
            </a:p>
          </p:txBody>
        </p:sp>
        <p:pic>
          <p:nvPicPr>
            <p:cNvPr id="1028" name="Picture 4" descr="Introduction to Social Research - Labovitz, Sanford I.; Hagedorn, Robert  B.: 9780070357778 - IberLibro">
              <a:extLst>
                <a:ext uri="{FF2B5EF4-FFF2-40B4-BE49-F238E27FC236}">
                  <a16:creationId xmlns:a16="http://schemas.microsoft.com/office/drawing/2014/main" id="{ADB74FE3-C22D-7D16-EBF0-DC4DE911F0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3250" t="-17919" r="-33250" b="3357"/>
            <a:stretch/>
          </p:blipFill>
          <p:spPr bwMode="auto">
            <a:xfrm>
              <a:off x="7174689" y="4163676"/>
              <a:ext cx="745501" cy="767893"/>
            </a:xfrm>
            <a:prstGeom prst="ellipse">
              <a:avLst/>
            </a:prstGeom>
            <a:solidFill>
              <a:srgbClr val="FFC000"/>
            </a:solidFill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5394-DD80-3CA4-3854-C1E95F468F0D}"/>
              </a:ext>
            </a:extLst>
          </p:cNvPr>
          <p:cNvSpPr txBox="1"/>
          <p:nvPr/>
        </p:nvSpPr>
        <p:spPr>
          <a:xfrm>
            <a:off x="1173530" y="5146560"/>
            <a:ext cx="10871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Labovitz, Hagedorn </a:t>
            </a:r>
            <a:br>
              <a:rPr lang="en-GB" sz="900" b="1" noProof="0"/>
            </a:br>
            <a:r>
              <a:rPr lang="en-GB" sz="900" b="1" noProof="0"/>
              <a:t>(1971)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2F948F-DF8C-BD31-6B72-3FC168C8EE66}"/>
              </a:ext>
            </a:extLst>
          </p:cNvPr>
          <p:cNvSpPr txBox="1"/>
          <p:nvPr/>
        </p:nvSpPr>
        <p:spPr>
          <a:xfrm>
            <a:off x="2180015" y="4334856"/>
            <a:ext cx="40198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highlight>
                  <a:srgbClr val="FFC000"/>
                </a:highlight>
              </a:rPr>
              <a:t>Theoretical Justification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: This involves specifying how and why variables and relational statements are interrelated. </a:t>
            </a:r>
          </a:p>
          <a:p>
            <a:endParaRPr lang="en-US" sz="120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200" b="1">
                <a:highlight>
                  <a:srgbClr val="FFC000"/>
                </a:highlight>
              </a:rPr>
              <a:t>Why would an independent variable (X) influence or affect a dependent variable (Y)?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The theory provides an explanation for this expectation or prediction.</a:t>
            </a:r>
            <a:endParaRPr lang="en-GB" sz="1200" noProof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D7A0FD-22A4-B823-66AC-42FFB033DF82}"/>
              </a:ext>
            </a:extLst>
          </p:cNvPr>
          <p:cNvSpPr txBox="1"/>
          <p:nvPr/>
        </p:nvSpPr>
        <p:spPr>
          <a:xfrm>
            <a:off x="6377940" y="3462209"/>
            <a:ext cx="49631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b="1" u="sng">
                <a:solidFill>
                  <a:srgbClr val="FF0000"/>
                </a:solidFill>
              </a:rPr>
              <a:t>Where in the document can theory be addressed?</a:t>
            </a:r>
          </a:p>
          <a:p>
            <a:endParaRPr lang="en-US" b="1" u="sng" noProof="0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A theoretical discussion may appear in:</a:t>
            </a:r>
          </a:p>
          <a:p>
            <a:endParaRPr lang="en-US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highlight>
                  <a:srgbClr val="FFC000"/>
                </a:highlight>
              </a:rPr>
              <a:t>The literature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highlight>
                  <a:srgbClr val="FFC000"/>
                </a:highlight>
              </a:rPr>
              <a:t>Separate section </a:t>
            </a:r>
            <a:r>
              <a:rPr lang="en-US">
                <a:solidFill>
                  <a:schemeClr val="bg1">
                    <a:lumMod val="85000"/>
                  </a:schemeClr>
                </a:solidFill>
              </a:rPr>
              <a:t>such as the theoretical foundation, theoretical justification, theoretical perspective, conceptual framework, or theoretical perspective.</a:t>
            </a:r>
          </a:p>
          <a:p>
            <a:endParaRPr lang="en-GB" b="1" noProof="0">
              <a:solidFill>
                <a:schemeClr val="tx1"/>
              </a:solidFill>
            </a:endParaRPr>
          </a:p>
          <a:p>
            <a:r>
              <a:rPr lang="en-US" b="1" u="sng">
                <a:solidFill>
                  <a:srgbClr val="FF0000"/>
                </a:solidFill>
              </a:rPr>
              <a:t>What content can be included when discussing theory?</a:t>
            </a:r>
          </a:p>
          <a:p>
            <a:endParaRPr lang="en-GB" b="1" noProof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A theory may appear in a research study 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an argument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a discussion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CBF75-5D21-C036-37CC-F315449B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389" t="-2076" r="-12163" b="12375"/>
          <a:stretch/>
        </p:blipFill>
        <p:spPr>
          <a:xfrm>
            <a:off x="1344340" y="2873868"/>
            <a:ext cx="745501" cy="745502"/>
          </a:xfrm>
          <a:prstGeom prst="ellipse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E1F65A-D0D8-73D9-0D70-6302E64F5A1A}"/>
              </a:ext>
            </a:extLst>
          </p:cNvPr>
          <p:cNvSpPr txBox="1"/>
          <p:nvPr/>
        </p:nvSpPr>
        <p:spPr>
          <a:xfrm>
            <a:off x="7636337" y="5655134"/>
            <a:ext cx="3704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a figure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a justification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a visual model</a:t>
            </a:r>
          </a:p>
        </p:txBody>
      </p:sp>
    </p:spTree>
    <p:extLst>
      <p:ext uri="{BB962C8B-B14F-4D97-AF65-F5344CB8AC3E}">
        <p14:creationId xmlns:p14="http://schemas.microsoft.com/office/powerpoint/2010/main" val="212088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33" grpId="0"/>
      <p:bldP spid="34" grpId="0" animBg="1"/>
      <p:bldP spid="41" grpId="0"/>
      <p:bldP spid="48" grpId="0"/>
      <p:bldP spid="49" grpId="0"/>
      <p:bldP spid="50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2200-2166-D080-93AB-78334D9CD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6F114-7A7B-B5D2-B3FD-040DEE47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F7F0A271-EA54-F7BA-84F5-085EBB89FCE0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525008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71D7782-35AE-12DB-94FA-F2BEB63F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B1E7D28-F6B9-3499-1403-C72CB04B668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A380A9-AA91-3B69-24FB-84B0BB0015CD}"/>
              </a:ext>
            </a:extLst>
          </p:cNvPr>
          <p:cNvGrpSpPr/>
          <p:nvPr/>
        </p:nvGrpSpPr>
        <p:grpSpPr>
          <a:xfrm>
            <a:off x="891590" y="1415617"/>
            <a:ext cx="1938107" cy="646331"/>
            <a:chOff x="1812358" y="2976142"/>
            <a:chExt cx="1938107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298700-2692-6F37-AB24-5FC938704566}"/>
                </a:ext>
              </a:extLst>
            </p:cNvPr>
            <p:cNvSpPr txBox="1"/>
            <p:nvPr/>
          </p:nvSpPr>
          <p:spPr>
            <a:xfrm>
              <a:off x="2406032" y="3045487"/>
              <a:ext cx="134443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 noProof="0"/>
                <a:t>Definition of Theory</a:t>
              </a:r>
              <a:endParaRPr lang="en-GB" sz="1600" b="1" noProof="0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71B0BD-FE92-1FA4-27E1-10CBADEBA0C7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3600" b="1" noProof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E8F42D-AEA7-71EF-342E-26F5A0186108}"/>
              </a:ext>
            </a:extLst>
          </p:cNvPr>
          <p:cNvSpPr txBox="1"/>
          <p:nvPr/>
        </p:nvSpPr>
        <p:spPr>
          <a:xfrm>
            <a:off x="998853" y="1992601"/>
            <a:ext cx="4525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Historical Background:  </a:t>
            </a:r>
            <a:r>
              <a:rPr lang="en-US" sz="1400"/>
              <a:t>a theory is regarded as a scientific prediction or an explanation that is expected to be observed.</a:t>
            </a:r>
            <a:endParaRPr lang="en-GB" sz="1400" noProof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F75CA-AF26-AA5F-3BE0-8BEF704B0351}"/>
              </a:ext>
            </a:extLst>
          </p:cNvPr>
          <p:cNvSpPr txBox="1"/>
          <p:nvPr/>
        </p:nvSpPr>
        <p:spPr>
          <a:xfrm>
            <a:off x="2180015" y="2862769"/>
            <a:ext cx="36257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A theory is a set of constructs (variables), definitions, and interrelated propositions that presents a </a:t>
            </a:r>
            <a:r>
              <a:rPr lang="en-US" sz="1200" b="1">
                <a:highlight>
                  <a:srgbClr val="FFC000"/>
                </a:highlight>
              </a:rPr>
              <a:t>systematic view of phenomena by specifying the relationships among variables, with the aim of explaining natural phenomena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GB" sz="1200" b="1" noProof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9543BE-A340-F686-1783-59C2ABC63F67}"/>
              </a:ext>
            </a:extLst>
          </p:cNvPr>
          <p:cNvSpPr txBox="1"/>
          <p:nvPr/>
        </p:nvSpPr>
        <p:spPr>
          <a:xfrm>
            <a:off x="1173530" y="3644711"/>
            <a:ext cx="108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Kerlinger </a:t>
            </a:r>
            <a:br>
              <a:rPr lang="en-GB" sz="900" b="1" noProof="0"/>
            </a:br>
            <a:r>
              <a:rPr lang="en-GB" sz="900" b="1" noProof="0"/>
              <a:t>(1979)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C1D8F42-4DAA-A736-F2FE-505B5295638E}"/>
              </a:ext>
            </a:extLst>
          </p:cNvPr>
          <p:cNvSpPr/>
          <p:nvPr/>
        </p:nvSpPr>
        <p:spPr>
          <a:xfrm>
            <a:off x="5985951" y="2556005"/>
            <a:ext cx="282326" cy="3745460"/>
          </a:xfrm>
          <a:prstGeom prst="leftBrace">
            <a:avLst>
              <a:gd name="adj1" fmla="val 58333"/>
              <a:gd name="adj2" fmla="val 48817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97A5407-D0CF-DC5F-71CB-56AC323653E7}"/>
              </a:ext>
            </a:extLst>
          </p:cNvPr>
          <p:cNvGrpSpPr/>
          <p:nvPr/>
        </p:nvGrpSpPr>
        <p:grpSpPr>
          <a:xfrm>
            <a:off x="1344340" y="4334856"/>
            <a:ext cx="745501" cy="767893"/>
            <a:chOff x="7174689" y="4163676"/>
            <a:chExt cx="745501" cy="767893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4F66BB2-AE95-3EB9-1E9B-5EE2EC51F673}"/>
                </a:ext>
              </a:extLst>
            </p:cNvPr>
            <p:cNvSpPr/>
            <p:nvPr/>
          </p:nvSpPr>
          <p:spPr>
            <a:xfrm>
              <a:off x="7174689" y="4163676"/>
              <a:ext cx="745501" cy="74550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>
                <a:solidFill>
                  <a:schemeClr val="tx1"/>
                </a:solidFill>
              </a:endParaRPr>
            </a:p>
          </p:txBody>
        </p:sp>
        <p:pic>
          <p:nvPicPr>
            <p:cNvPr id="1028" name="Picture 4" descr="Introduction to Social Research - Labovitz, Sanford I.; Hagedorn, Robert  B.: 9780070357778 - IberLibro">
              <a:extLst>
                <a:ext uri="{FF2B5EF4-FFF2-40B4-BE49-F238E27FC236}">
                  <a16:creationId xmlns:a16="http://schemas.microsoft.com/office/drawing/2014/main" id="{896BD004-AC51-AB06-D4E5-0A0F9BAA39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3250" t="-17919" r="-33250" b="3357"/>
            <a:stretch/>
          </p:blipFill>
          <p:spPr bwMode="auto">
            <a:xfrm>
              <a:off x="7174689" y="4163676"/>
              <a:ext cx="745501" cy="767893"/>
            </a:xfrm>
            <a:prstGeom prst="ellipse">
              <a:avLst/>
            </a:prstGeom>
            <a:solidFill>
              <a:srgbClr val="FFC000"/>
            </a:solidFill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E6CFD9A-2613-1FDB-0434-B14488B5AD89}"/>
              </a:ext>
            </a:extLst>
          </p:cNvPr>
          <p:cNvSpPr txBox="1"/>
          <p:nvPr/>
        </p:nvSpPr>
        <p:spPr>
          <a:xfrm>
            <a:off x="1173530" y="5146560"/>
            <a:ext cx="10871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Labovitz, Hagedorn </a:t>
            </a:r>
            <a:br>
              <a:rPr lang="en-GB" sz="900" b="1" noProof="0"/>
            </a:br>
            <a:r>
              <a:rPr lang="en-GB" sz="900" b="1" noProof="0"/>
              <a:t>(1971)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D07D9D-7704-A26A-2678-B6B225ECE531}"/>
              </a:ext>
            </a:extLst>
          </p:cNvPr>
          <p:cNvSpPr txBox="1"/>
          <p:nvPr/>
        </p:nvSpPr>
        <p:spPr>
          <a:xfrm>
            <a:off x="2180015" y="4334856"/>
            <a:ext cx="40198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highlight>
                  <a:srgbClr val="FFC000"/>
                </a:highlight>
              </a:rPr>
              <a:t>Theoretical Justification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: This involves specifying how and why variables and relational statements are interrelated. </a:t>
            </a:r>
          </a:p>
          <a:p>
            <a:endParaRPr lang="en-US" sz="120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200" b="1">
                <a:highlight>
                  <a:srgbClr val="FFC000"/>
                </a:highlight>
              </a:rPr>
              <a:t>Why would an independent variable (X) influence or affect a dependent variable (Y)?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The theory provides an explanation for this expectation or prediction.</a:t>
            </a:r>
            <a:endParaRPr lang="en-GB" sz="1200" noProof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99A1C-10A5-8996-6BF6-756A960768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389" t="-2076" r="-12163" b="12375"/>
          <a:stretch/>
        </p:blipFill>
        <p:spPr>
          <a:xfrm>
            <a:off x="1344340" y="2873868"/>
            <a:ext cx="745501" cy="745502"/>
          </a:xfrm>
          <a:prstGeom prst="ellipse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CE68CD-8C69-65D3-6273-3F51BD87A3B1}"/>
              </a:ext>
            </a:extLst>
          </p:cNvPr>
          <p:cNvSpPr txBox="1"/>
          <p:nvPr/>
        </p:nvSpPr>
        <p:spPr>
          <a:xfrm>
            <a:off x="6380039" y="3336128"/>
            <a:ext cx="478277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 sz="1600" b="1">
                <a:solidFill>
                  <a:srgbClr val="FF0000"/>
                </a:solidFill>
              </a:rPr>
              <a:t>Theory Development Process</a:t>
            </a:r>
          </a:p>
          <a:p>
            <a:endParaRPr lang="en-GB" b="1" noProof="0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Theories are developed when: </a:t>
            </a:r>
            <a:r>
              <a:rPr lang="en-US" b="1">
                <a:solidFill>
                  <a:schemeClr val="tx1"/>
                </a:solidFill>
                <a:highlight>
                  <a:srgbClr val="FFC000"/>
                </a:highlight>
              </a:rPr>
              <a:t>researchers repeatedly test a prediction, drawing on combinations of independent, mediating, and dependent variables in questions formulated.</a:t>
            </a:r>
          </a:p>
          <a:p>
            <a:endParaRPr lang="en-US" b="1">
              <a:solidFill>
                <a:schemeClr val="tx1"/>
              </a:solidFill>
              <a:highlight>
                <a:srgbClr val="FFC0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</a:rPr>
              <a:t>type of relationship (positive, negative, or unknown)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magnitude (for example, high or low).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noProof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Theory develops as an </a:t>
            </a:r>
            <a:r>
              <a:rPr lang="en-US" b="1">
                <a:solidFill>
                  <a:schemeClr val="tx1"/>
                </a:solidFill>
              </a:rPr>
              <a:t>explanatory framework that advances knowledge across a variety of fields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en-GB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37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2FA57-D887-A443-594B-3367A48F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9CB67-EAF6-AB96-77BC-716B516B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349F7788-AA91-1C5C-C3C8-7299872DE1AC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60066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295136-0B69-71F0-335A-28D6487E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E2D764A-78B5-5654-518B-C8C36E66647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2432F1-EE9B-DFAA-1D85-47893469A10C}"/>
              </a:ext>
            </a:extLst>
          </p:cNvPr>
          <p:cNvGrpSpPr/>
          <p:nvPr/>
        </p:nvGrpSpPr>
        <p:grpSpPr>
          <a:xfrm>
            <a:off x="891590" y="1415617"/>
            <a:ext cx="1938107" cy="646331"/>
            <a:chOff x="1812358" y="2976142"/>
            <a:chExt cx="1938107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0F1798-07C3-267F-519B-E39CC8C8564C}"/>
                </a:ext>
              </a:extLst>
            </p:cNvPr>
            <p:cNvSpPr txBox="1"/>
            <p:nvPr/>
          </p:nvSpPr>
          <p:spPr>
            <a:xfrm>
              <a:off x="2406032" y="3045487"/>
              <a:ext cx="134443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/>
                <a:t>Definition of Theory</a:t>
              </a:r>
              <a:endParaRPr lang="en-GB" sz="1600" b="1">
                <a:solidFill>
                  <a:schemeClr val="accent5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3F6ADD-E579-918E-4AF6-46F3459FB46E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1.</a:t>
              </a:r>
              <a:endParaRPr lang="en-GB" sz="3600" b="1" noProof="0">
                <a:solidFill>
                  <a:srgbClr val="FF0000"/>
                </a:solidFill>
                <a:latin typeface="Aptos Black" panose="020B00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624DD4-A081-6BAA-7B7F-685BD20275C9}"/>
              </a:ext>
            </a:extLst>
          </p:cNvPr>
          <p:cNvSpPr txBox="1"/>
          <p:nvPr/>
        </p:nvSpPr>
        <p:spPr>
          <a:xfrm>
            <a:off x="998853" y="1992601"/>
            <a:ext cx="4849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/>
              <a:t>According to Neuman (2004), theories vary in the breadth of their coverage across three levels:</a:t>
            </a:r>
            <a:endParaRPr lang="en-GB" sz="1400" noProof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01C40FF-92FA-2EAC-65BE-568EFE7BBD25}"/>
              </a:ext>
            </a:extLst>
          </p:cNvPr>
          <p:cNvSpPr/>
          <p:nvPr/>
        </p:nvSpPr>
        <p:spPr>
          <a:xfrm>
            <a:off x="2154553" y="2760431"/>
            <a:ext cx="3337697" cy="913547"/>
          </a:xfrm>
          <a:custGeom>
            <a:avLst/>
            <a:gdLst>
              <a:gd name="connsiteX0" fmla="*/ 0 w 3616967"/>
              <a:gd name="connsiteY0" fmla="*/ 0 h 989985"/>
              <a:gd name="connsiteX1" fmla="*/ 3616967 w 3616967"/>
              <a:gd name="connsiteY1" fmla="*/ 0 h 989985"/>
              <a:gd name="connsiteX2" fmla="*/ 3121975 w 3616967"/>
              <a:gd name="connsiteY2" fmla="*/ 989985 h 989985"/>
              <a:gd name="connsiteX3" fmla="*/ 494993 w 3616967"/>
              <a:gd name="connsiteY3" fmla="*/ 989985 h 989985"/>
              <a:gd name="connsiteX4" fmla="*/ 0 w 3616967"/>
              <a:gd name="connsiteY4" fmla="*/ 0 h 98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6967" h="989985">
                <a:moveTo>
                  <a:pt x="0" y="0"/>
                </a:moveTo>
                <a:lnTo>
                  <a:pt x="3616967" y="0"/>
                </a:lnTo>
                <a:lnTo>
                  <a:pt x="3121975" y="989985"/>
                </a:lnTo>
                <a:lnTo>
                  <a:pt x="494993" y="98998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FD1E0BA-C8C8-3C5E-1EF8-1CD390E6DB68}"/>
              </a:ext>
            </a:extLst>
          </p:cNvPr>
          <p:cNvSpPr/>
          <p:nvPr/>
        </p:nvSpPr>
        <p:spPr>
          <a:xfrm>
            <a:off x="2690763" y="3832851"/>
            <a:ext cx="2265276" cy="1004825"/>
          </a:xfrm>
          <a:custGeom>
            <a:avLst/>
            <a:gdLst>
              <a:gd name="connsiteX0" fmla="*/ 0 w 2454815"/>
              <a:gd name="connsiteY0" fmla="*/ 0 h 1088900"/>
              <a:gd name="connsiteX1" fmla="*/ 2454815 w 2454815"/>
              <a:gd name="connsiteY1" fmla="*/ 0 h 1088900"/>
              <a:gd name="connsiteX2" fmla="*/ 1910365 w 2454815"/>
              <a:gd name="connsiteY2" fmla="*/ 1088900 h 1088900"/>
              <a:gd name="connsiteX3" fmla="*/ 544451 w 2454815"/>
              <a:gd name="connsiteY3" fmla="*/ 1088900 h 1088900"/>
              <a:gd name="connsiteX4" fmla="*/ 0 w 2454815"/>
              <a:gd name="connsiteY4" fmla="*/ 0 h 10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4815" h="1088900">
                <a:moveTo>
                  <a:pt x="0" y="0"/>
                </a:moveTo>
                <a:lnTo>
                  <a:pt x="2454815" y="0"/>
                </a:lnTo>
                <a:lnTo>
                  <a:pt x="1910365" y="1088900"/>
                </a:lnTo>
                <a:lnTo>
                  <a:pt x="544451" y="1088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0AEE6-641F-78D4-CD47-891F72521818}"/>
              </a:ext>
            </a:extLst>
          </p:cNvPr>
          <p:cNvSpPr txBox="1"/>
          <p:nvPr/>
        </p:nvSpPr>
        <p:spPr>
          <a:xfrm>
            <a:off x="2753424" y="3065656"/>
            <a:ext cx="2139951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GB" sz="1600" noProof="0"/>
              <a:t>Macro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4FEDF-3C36-DBB4-C046-E4EEDB73A759}"/>
              </a:ext>
            </a:extLst>
          </p:cNvPr>
          <p:cNvSpPr txBox="1"/>
          <p:nvPr/>
        </p:nvSpPr>
        <p:spPr>
          <a:xfrm>
            <a:off x="2753424" y="4183715"/>
            <a:ext cx="2139951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GB" sz="1600" noProof="0" err="1"/>
              <a:t>Meso</a:t>
            </a:r>
            <a:endParaRPr lang="en-GB" sz="1600" noProof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35206FD-8C92-5B76-8FAB-7195C78BD621}"/>
              </a:ext>
            </a:extLst>
          </p:cNvPr>
          <p:cNvSpPr/>
          <p:nvPr/>
        </p:nvSpPr>
        <p:spPr>
          <a:xfrm rot="10800000">
            <a:off x="3276983" y="4996548"/>
            <a:ext cx="1101127" cy="1095859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81806-2140-9B4C-4B6A-80092055D425}"/>
              </a:ext>
            </a:extLst>
          </p:cNvPr>
          <p:cNvSpPr txBox="1"/>
          <p:nvPr/>
        </p:nvSpPr>
        <p:spPr>
          <a:xfrm>
            <a:off x="2753424" y="5152207"/>
            <a:ext cx="2139951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GB" sz="1600" noProof="0"/>
              <a:t>Micro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328F7B-6427-9A23-2A0F-DF5B9F9E4E72}"/>
              </a:ext>
            </a:extLst>
          </p:cNvPr>
          <p:cNvGrpSpPr/>
          <p:nvPr/>
        </p:nvGrpSpPr>
        <p:grpSpPr>
          <a:xfrm>
            <a:off x="1075689" y="2760431"/>
            <a:ext cx="934742" cy="940248"/>
            <a:chOff x="5745934" y="699033"/>
            <a:chExt cx="934742" cy="94024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BC5DF99-FC24-6087-66B6-8BE51864A1E8}"/>
                </a:ext>
              </a:extLst>
            </p:cNvPr>
            <p:cNvSpPr/>
            <p:nvPr/>
          </p:nvSpPr>
          <p:spPr>
            <a:xfrm>
              <a:off x="5747226" y="699033"/>
              <a:ext cx="933450" cy="93345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>
                <a:solidFill>
                  <a:schemeClr val="tx1"/>
                </a:solidFill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C93AB28-790C-6764-BF22-A8596246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6036" t="-23232" r="-2751" b="4445"/>
            <a:stretch/>
          </p:blipFill>
          <p:spPr>
            <a:xfrm>
              <a:off x="5745934" y="705830"/>
              <a:ext cx="933451" cy="933451"/>
            </a:xfrm>
            <a:prstGeom prst="ellipse">
              <a:avLst/>
            </a:prstGeom>
            <a:solidFill>
              <a:srgbClr val="FFC000"/>
            </a:solidFill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FBC892-904B-F77B-B3BF-11527B2B7A68}"/>
              </a:ext>
            </a:extLst>
          </p:cNvPr>
          <p:cNvSpPr txBox="1"/>
          <p:nvPr/>
        </p:nvSpPr>
        <p:spPr>
          <a:xfrm>
            <a:off x="998853" y="3707476"/>
            <a:ext cx="10871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W. Lawrence Neuman</a:t>
            </a:r>
            <a:br>
              <a:rPr lang="en-GB" sz="900" b="1" noProof="0"/>
            </a:br>
            <a:r>
              <a:rPr lang="en-GB" sz="900" b="1" noProof="0"/>
              <a:t>(2004)</a:t>
            </a: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B14C283F-F051-CE75-71C8-761AD5767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5059" y="3111073"/>
            <a:ext cx="464851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>
                <a:solidFill>
                  <a:srgbClr val="FF0000"/>
                </a:solidFill>
              </a:rPr>
              <a:t>Macro-level theory: </a:t>
            </a:r>
            <a:r>
              <a:rPr lang="en-US" sz="1100"/>
              <a:t>Social theory that </a:t>
            </a:r>
            <a:r>
              <a:rPr lang="en-US" sz="1100" b="1">
                <a:highlight>
                  <a:srgbClr val="FFC000"/>
                </a:highlight>
              </a:rPr>
              <a:t>focuses on the macro level of social life </a:t>
            </a:r>
            <a:r>
              <a:rPr lang="en-US" sz="1100"/>
              <a:t>(e.g., social institutions, major sectors of society, entire societies, or world regions) and on processes occurring over long periods (many years, multiple decades, or a century or more).</a:t>
            </a:r>
          </a:p>
          <a:p>
            <a:endParaRPr lang="en-GB" sz="1100" noProof="0"/>
          </a:p>
          <a:p>
            <a:r>
              <a:rPr lang="en-GB" sz="1100" b="1">
                <a:solidFill>
                  <a:srgbClr val="FF0000"/>
                </a:solidFill>
              </a:rPr>
              <a:t>Meso-level theory: </a:t>
            </a:r>
            <a:r>
              <a:rPr lang="en-US" sz="1100"/>
              <a:t>Social theory that concentrates </a:t>
            </a:r>
            <a:r>
              <a:rPr lang="en-US" sz="1100" b="1">
                <a:highlight>
                  <a:srgbClr val="FFC000"/>
                </a:highlight>
              </a:rPr>
              <a:t>on relationships, processes, and structures at an intermediate level of social life </a:t>
            </a:r>
            <a:r>
              <a:rPr lang="en-US" sz="1100"/>
              <a:t>(e.g., </a:t>
            </a:r>
            <a:r>
              <a:rPr lang="en-US" sz="1100" err="1"/>
              <a:t>organisations</a:t>
            </a:r>
            <a:r>
              <a:rPr lang="en-US" sz="1100"/>
              <a:t>, movements, communities), with events unfolding over moderate durations (many months, several years, or a decade).</a:t>
            </a:r>
            <a:br>
              <a:rPr lang="en-GB" sz="1100" noProof="0"/>
            </a:br>
            <a:endParaRPr lang="en-GB" sz="1100" noProof="0"/>
          </a:p>
          <a:p>
            <a:br>
              <a:rPr lang="en-GB" sz="1100" noProof="0"/>
            </a:br>
            <a:r>
              <a:rPr lang="en-GB" sz="1100" b="1">
                <a:solidFill>
                  <a:srgbClr val="FF0000"/>
                </a:solidFill>
              </a:rPr>
              <a:t>Micro-level theory: </a:t>
            </a:r>
            <a:r>
              <a:rPr lang="en-US" sz="1100"/>
              <a:t>Social theory that </a:t>
            </a:r>
            <a:r>
              <a:rPr lang="en-US" sz="1100" b="1">
                <a:highlight>
                  <a:srgbClr val="FFC000"/>
                </a:highlight>
              </a:rPr>
              <a:t>examines the micro level of social life, focusing on short-term interactions</a:t>
            </a:r>
            <a:r>
              <a:rPr lang="en-US" sz="1100"/>
              <a:t> (e.g., face‑to‑face interactions and encounters among individuals or small groups).</a:t>
            </a:r>
            <a:endParaRPr lang="en-GB" sz="1100" noProof="0"/>
          </a:p>
        </p:txBody>
      </p:sp>
    </p:spTree>
    <p:extLst>
      <p:ext uri="{BB962C8B-B14F-4D97-AF65-F5344CB8AC3E}">
        <p14:creationId xmlns:p14="http://schemas.microsoft.com/office/powerpoint/2010/main" val="657157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  <p:bldP spid="9" grpId="0"/>
      <p:bldP spid="13" grpId="0" animBg="1"/>
      <p:bldP spid="14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6386-F3C4-84FF-5D48-9801DBD1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DE00-75D9-A264-732C-59E9BF1F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3DCF51A-22DC-E562-077E-FB6D0C041351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672261-4087-15EF-7AAE-38C117CB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32DCE5ED-6A36-1F27-E949-81DD21FD34A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80B97B-A7F4-47AC-4138-00FFF19A1A5E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BC5341E-39EA-CA2A-E4DC-1A4E36B59617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9707A37-828E-8B11-5010-C5991680D499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0730DF-720A-7B51-D3E9-C8346F101536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435FD8-428F-40B8-2509-7FB24D41C0CA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A0DE9D-69D6-F638-1F32-AC86659C266E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09DCD-5523-7953-8C95-B3225F8910A6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600" b="1">
                  <a:solidFill>
                    <a:srgbClr val="FF5B5F"/>
                  </a:solidFill>
                  <a:latin typeface="Aptos" panose="020B0004020202020204"/>
                </a:rPr>
                <a:t>Evaluation of the type of variables</a:t>
              </a:r>
              <a:endParaRPr lang="en-GB" sz="1600" b="1">
                <a:solidFill>
                  <a:srgbClr val="FF5B5F"/>
                </a:solidFill>
                <a:latin typeface="Aptos" panose="020B0004020202020204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08FC71-BBFE-29D0-5BCD-41BC3C4FD723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>
                  <a:solidFill>
                    <a:srgbClr val="FF5B5F"/>
                  </a:solidFill>
                  <a:latin typeface="Aptos Black" panose="020B0004020202020204" pitchFamily="34" charset="0"/>
                </a:rPr>
                <a:t>1.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F8042-C1D3-8B30-F5D2-13FF8EDC0A2F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D2D6A6-25A9-70AF-D60E-1A35F8111877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</a:defRPr>
              </a:lvl1pPr>
            </a:lstStyle>
            <a:p>
              <a:r>
                <a:rPr lang="en-US"/>
                <a:t>Evaluation of the type of variables</a:t>
              </a:r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93BFCA-1289-E630-6AA3-B5A1A5CBDEE2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854359-9A38-4C56-CB69-C36E8FA810F4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3C20C2-2122-9425-0B7B-77ED595EE4DE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0BDCDE-51B3-CE3F-05E7-CB700855567A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606015-63CF-9CCD-388C-0F521D59422F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0E8BAA5-469F-D8D2-1CD8-07FE1923A840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40BD18-458A-EDB0-6C3D-5AD7516C1366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FAF54E-9D59-BC30-6D83-0633C8F1D894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A548CF3-5F07-E6EB-0F7D-386D06E690C6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19D378-205D-66C9-46CB-8986D7220B9F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1FDB63-F5A8-3A43-745D-6D429291079B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C9B011E-9AB2-D4F4-2CB9-EE82B471029C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535C41-AC17-BEC8-B1B1-46ACA36703EB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C38EDD3-A50C-09D5-A672-78A1CF1E80C2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72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9E1D-7116-1A73-DE1F-F29ACF38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6E9F4-CDA0-D819-CC88-A8796CFF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C9543689-56F8-BF3E-0EF9-735BC1274646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35097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B066FB9-3E74-1535-0978-47A5D87A1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085F08A-EDFE-2B77-5322-2790A05D2D0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851BA6-A6BD-3597-FBED-F6A911E02508}"/>
              </a:ext>
            </a:extLst>
          </p:cNvPr>
          <p:cNvGrpSpPr/>
          <p:nvPr/>
        </p:nvGrpSpPr>
        <p:grpSpPr>
          <a:xfrm>
            <a:off x="891590" y="1415403"/>
            <a:ext cx="2485064" cy="646331"/>
            <a:chOff x="4388828" y="2976142"/>
            <a:chExt cx="248506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519936-B38E-543C-8DE9-8BE647EBD8E9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B9EDF8-6CFF-D66E-27C7-8BA75A5FD753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6B46B63-8286-6AE6-AAF6-74BFD4A178DD}"/>
              </a:ext>
            </a:extLst>
          </p:cNvPr>
          <p:cNvSpPr txBox="1"/>
          <p:nvPr/>
        </p:nvSpPr>
        <p:spPr>
          <a:xfrm>
            <a:off x="891590" y="2286332"/>
            <a:ext cx="3794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Theories explain the relationships between variables.</a:t>
            </a:r>
          </a:p>
          <a:p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A variable refers to a characteristic or attribute of an individual or </a:t>
            </a:r>
            <a:r>
              <a:rPr lang="en-US" sz="1100" err="1">
                <a:solidFill>
                  <a:schemeClr val="bg1">
                    <a:lumMod val="85000"/>
                  </a:schemeClr>
                </a:solidFill>
              </a:rPr>
              <a:t>organisation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 that researchers can </a:t>
            </a:r>
            <a:r>
              <a:rPr lang="en-US" sz="1100" b="1">
                <a:highlight>
                  <a:srgbClr val="FFC000"/>
                </a:highlight>
              </a:rPr>
              <a:t>measure or observe, and which varies among individuals or </a:t>
            </a:r>
            <a:r>
              <a:rPr lang="en-US" sz="1100" b="1" err="1">
                <a:highlight>
                  <a:srgbClr val="FFC000"/>
                </a:highlight>
              </a:rPr>
              <a:t>organisations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GB" sz="1100" noProof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90E79A9-77C8-427A-6FAF-6BAE29D48046}"/>
              </a:ext>
            </a:extLst>
          </p:cNvPr>
          <p:cNvSpPr/>
          <p:nvPr/>
        </p:nvSpPr>
        <p:spPr>
          <a:xfrm rot="8255728">
            <a:off x="5640175" y="1955891"/>
            <a:ext cx="3138513" cy="1028684"/>
          </a:xfrm>
          <a:custGeom>
            <a:avLst/>
            <a:gdLst>
              <a:gd name="connsiteX0" fmla="*/ 0 w 4145568"/>
              <a:gd name="connsiteY0" fmla="*/ 602960 h 1358758"/>
              <a:gd name="connsiteX1" fmla="*/ 404530 w 4145568"/>
              <a:gd name="connsiteY1" fmla="*/ 160014 h 1358758"/>
              <a:gd name="connsiteX2" fmla="*/ 570788 w 4145568"/>
              <a:gd name="connsiteY2" fmla="*/ 297134 h 1358758"/>
              <a:gd name="connsiteX3" fmla="*/ 3538627 w 4145568"/>
              <a:gd name="connsiteY3" fmla="*/ 162601 h 1358758"/>
              <a:gd name="connsiteX4" fmla="*/ 3702912 w 4145568"/>
              <a:gd name="connsiteY4" fmla="*/ 0 h 1358758"/>
              <a:gd name="connsiteX5" fmla="*/ 4145568 w 4145568"/>
              <a:gd name="connsiteY5" fmla="*/ 404264 h 1358758"/>
              <a:gd name="connsiteX6" fmla="*/ 4047042 w 4145568"/>
              <a:gd name="connsiteY6" fmla="*/ 506816 h 1358758"/>
              <a:gd name="connsiteX7" fmla="*/ 95601 w 4145568"/>
              <a:gd name="connsiteY7" fmla="*/ 685937 h 1358758"/>
              <a:gd name="connsiteX8" fmla="*/ 0 w 4145568"/>
              <a:gd name="connsiteY8" fmla="*/ 602960 h 135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5568" h="1358758">
                <a:moveTo>
                  <a:pt x="0" y="602960"/>
                </a:moveTo>
                <a:lnTo>
                  <a:pt x="404530" y="160014"/>
                </a:lnTo>
                <a:lnTo>
                  <a:pt x="570788" y="297134"/>
                </a:lnTo>
                <a:cubicBezTo>
                  <a:pt x="1464543" y="961034"/>
                  <a:pt x="2708605" y="904640"/>
                  <a:pt x="3538627" y="162601"/>
                </a:cubicBezTo>
                <a:lnTo>
                  <a:pt x="3702912" y="0"/>
                </a:lnTo>
                <a:lnTo>
                  <a:pt x="4145568" y="404264"/>
                </a:lnTo>
                <a:lnTo>
                  <a:pt x="4047042" y="506816"/>
                </a:lnTo>
                <a:cubicBezTo>
                  <a:pt x="2972369" y="1570057"/>
                  <a:pt x="1262064" y="1647586"/>
                  <a:pt x="95601" y="685937"/>
                </a:cubicBezTo>
                <a:lnTo>
                  <a:pt x="0" y="60296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200" noProof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2E904A3-38AF-CBB1-4B73-ABCDA77731AC}"/>
              </a:ext>
            </a:extLst>
          </p:cNvPr>
          <p:cNvSpPr/>
          <p:nvPr/>
        </p:nvSpPr>
        <p:spPr>
          <a:xfrm rot="8255728">
            <a:off x="8574151" y="1134156"/>
            <a:ext cx="1004513" cy="1440333"/>
          </a:xfrm>
          <a:custGeom>
            <a:avLst/>
            <a:gdLst>
              <a:gd name="connsiteX0" fmla="*/ 922294 w 1326832"/>
              <a:gd name="connsiteY0" fmla="*/ 1902493 h 1902493"/>
              <a:gd name="connsiteX1" fmla="*/ 831379 w 1326832"/>
              <a:gd name="connsiteY1" fmla="*/ 1815147 h 1902493"/>
              <a:gd name="connsiteX2" fmla="*/ 8800 w 1326832"/>
              <a:gd name="connsiteY2" fmla="*/ 155974 h 1902493"/>
              <a:gd name="connsiteX3" fmla="*/ 0 w 1326832"/>
              <a:gd name="connsiteY3" fmla="*/ 61634 h 1902493"/>
              <a:gd name="connsiteX4" fmla="*/ 595399 w 1326832"/>
              <a:gd name="connsiteY4" fmla="*/ 0 h 1902493"/>
              <a:gd name="connsiteX5" fmla="*/ 602076 w 1326832"/>
              <a:gd name="connsiteY5" fmla="*/ 71583 h 1902493"/>
              <a:gd name="connsiteX6" fmla="*/ 1175594 w 1326832"/>
              <a:gd name="connsiteY6" fmla="*/ 1306732 h 1902493"/>
              <a:gd name="connsiteX7" fmla="*/ 1326832 w 1326832"/>
              <a:gd name="connsiteY7" fmla="*/ 1459537 h 1902493"/>
              <a:gd name="connsiteX8" fmla="*/ 922294 w 1326832"/>
              <a:gd name="connsiteY8" fmla="*/ 1902493 h 1902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6832" h="1902493">
                <a:moveTo>
                  <a:pt x="922294" y="1902493"/>
                </a:moveTo>
                <a:lnTo>
                  <a:pt x="831379" y="1815147"/>
                </a:lnTo>
                <a:cubicBezTo>
                  <a:pt x="370641" y="1349455"/>
                  <a:pt x="94998" y="764406"/>
                  <a:pt x="8800" y="155974"/>
                </a:cubicBezTo>
                <a:lnTo>
                  <a:pt x="0" y="61634"/>
                </a:lnTo>
                <a:lnTo>
                  <a:pt x="595399" y="0"/>
                </a:lnTo>
                <a:lnTo>
                  <a:pt x="602076" y="71583"/>
                </a:lnTo>
                <a:cubicBezTo>
                  <a:pt x="665496" y="519236"/>
                  <a:pt x="857578" y="951008"/>
                  <a:pt x="1175594" y="1306732"/>
                </a:cubicBezTo>
                <a:lnTo>
                  <a:pt x="1326832" y="1459537"/>
                </a:lnTo>
                <a:lnTo>
                  <a:pt x="922294" y="190249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200" noProof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67B10D90-63DE-88E2-D985-6C24891A2803}"/>
              </a:ext>
            </a:extLst>
          </p:cNvPr>
          <p:cNvSpPr/>
          <p:nvPr/>
        </p:nvSpPr>
        <p:spPr>
          <a:xfrm rot="8255728">
            <a:off x="9721637" y="2122863"/>
            <a:ext cx="915074" cy="1699102"/>
          </a:xfrm>
          <a:custGeom>
            <a:avLst/>
            <a:gdLst>
              <a:gd name="connsiteX0" fmla="*/ 14870 w 1208694"/>
              <a:gd name="connsiteY0" fmla="*/ 2244294 h 2244294"/>
              <a:gd name="connsiteX1" fmla="*/ 3047 w 1208694"/>
              <a:gd name="connsiteY1" fmla="*/ 2117542 h 2244294"/>
              <a:gd name="connsiteX2" fmla="*/ 672821 w 1208694"/>
              <a:gd name="connsiteY2" fmla="*/ 107400 h 2244294"/>
              <a:gd name="connsiteX3" fmla="*/ 766038 w 1208694"/>
              <a:gd name="connsiteY3" fmla="*/ 0 h 2244294"/>
              <a:gd name="connsiteX4" fmla="*/ 1208694 w 1208694"/>
              <a:gd name="connsiteY4" fmla="*/ 404265 h 2244294"/>
              <a:gd name="connsiteX5" fmla="*/ 1061624 w 1208694"/>
              <a:gd name="connsiteY5" fmla="*/ 582587 h 2244294"/>
              <a:gd name="connsiteX6" fmla="*/ 601664 w 1208694"/>
              <a:gd name="connsiteY6" fmla="*/ 2090406 h 2244294"/>
              <a:gd name="connsiteX7" fmla="*/ 610269 w 1208694"/>
              <a:gd name="connsiteY7" fmla="*/ 2182659 h 2244294"/>
              <a:gd name="connsiteX8" fmla="*/ 14870 w 1208694"/>
              <a:gd name="connsiteY8" fmla="*/ 2244294 h 224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8694" h="2244294">
                <a:moveTo>
                  <a:pt x="14870" y="2244294"/>
                </a:moveTo>
                <a:lnTo>
                  <a:pt x="3047" y="2117542"/>
                </a:lnTo>
                <a:cubicBezTo>
                  <a:pt x="-29034" y="1409823"/>
                  <a:pt x="191996" y="690631"/>
                  <a:pt x="672821" y="107400"/>
                </a:cubicBezTo>
                <a:lnTo>
                  <a:pt x="766038" y="0"/>
                </a:lnTo>
                <a:lnTo>
                  <a:pt x="1208694" y="404265"/>
                </a:lnTo>
                <a:lnTo>
                  <a:pt x="1061624" y="582587"/>
                </a:lnTo>
                <a:cubicBezTo>
                  <a:pt x="729674" y="1029464"/>
                  <a:pt x="577798" y="1563918"/>
                  <a:pt x="601664" y="2090406"/>
                </a:cubicBezTo>
                <a:lnTo>
                  <a:pt x="610269" y="2182659"/>
                </a:lnTo>
                <a:lnTo>
                  <a:pt x="14870" y="224429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200" noProof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15308F1-C7EA-8C82-687E-15277F79522F}"/>
              </a:ext>
            </a:extLst>
          </p:cNvPr>
          <p:cNvSpPr/>
          <p:nvPr/>
        </p:nvSpPr>
        <p:spPr>
          <a:xfrm rot="8255728">
            <a:off x="6632026" y="2383287"/>
            <a:ext cx="2228728" cy="1288951"/>
          </a:xfrm>
          <a:custGeom>
            <a:avLst/>
            <a:gdLst>
              <a:gd name="connsiteX0" fmla="*/ 0 w 2943860"/>
              <a:gd name="connsiteY0" fmla="*/ 1168675 h 1702537"/>
              <a:gd name="connsiteX1" fmla="*/ 1025263 w 2943860"/>
              <a:gd name="connsiteY1" fmla="*/ 46048 h 1702537"/>
              <a:gd name="connsiteX2" fmla="*/ 1099609 w 2943860"/>
              <a:gd name="connsiteY2" fmla="*/ 101359 h 1702537"/>
              <a:gd name="connsiteX3" fmla="*/ 1741081 w 2943860"/>
              <a:gd name="connsiteY3" fmla="*/ 72281 h 1702537"/>
              <a:gd name="connsiteX4" fmla="*/ 1821813 w 2943860"/>
              <a:gd name="connsiteY4" fmla="*/ 0 h 1702537"/>
              <a:gd name="connsiteX5" fmla="*/ 2943860 w 2943860"/>
              <a:gd name="connsiteY5" fmla="*/ 1024732 h 1702537"/>
              <a:gd name="connsiteX6" fmla="*/ 2797834 w 2943860"/>
              <a:gd name="connsiteY6" fmla="*/ 1169261 h 1702537"/>
              <a:gd name="connsiteX7" fmla="*/ 146439 w 2943860"/>
              <a:gd name="connsiteY7" fmla="*/ 1289450 h 1702537"/>
              <a:gd name="connsiteX8" fmla="*/ 0 w 2943860"/>
              <a:gd name="connsiteY8" fmla="*/ 1168675 h 170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3860" h="1702537">
                <a:moveTo>
                  <a:pt x="0" y="1168675"/>
                </a:moveTo>
                <a:lnTo>
                  <a:pt x="1025263" y="46048"/>
                </a:lnTo>
                <a:lnTo>
                  <a:pt x="1099609" y="101359"/>
                </a:lnTo>
                <a:cubicBezTo>
                  <a:pt x="1299348" y="220616"/>
                  <a:pt x="1552951" y="209120"/>
                  <a:pt x="1741081" y="72281"/>
                </a:cubicBezTo>
                <a:lnTo>
                  <a:pt x="1821813" y="0"/>
                </a:lnTo>
                <a:lnTo>
                  <a:pt x="2943860" y="1024732"/>
                </a:lnTo>
                <a:lnTo>
                  <a:pt x="2797834" y="1169261"/>
                </a:lnTo>
                <a:cubicBezTo>
                  <a:pt x="2056312" y="1832180"/>
                  <a:pt x="944898" y="1882561"/>
                  <a:pt x="146439" y="1289450"/>
                </a:cubicBezTo>
                <a:lnTo>
                  <a:pt x="0" y="1168675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8E8D14-DF28-8B74-020C-F3E443598B81}"/>
              </a:ext>
            </a:extLst>
          </p:cNvPr>
          <p:cNvSpPr/>
          <p:nvPr/>
        </p:nvSpPr>
        <p:spPr>
          <a:xfrm rot="8255728">
            <a:off x="8078669" y="2050086"/>
            <a:ext cx="1269315" cy="1102721"/>
          </a:xfrm>
          <a:custGeom>
            <a:avLst/>
            <a:gdLst>
              <a:gd name="connsiteX0" fmla="*/ 651321 w 1676601"/>
              <a:gd name="connsiteY0" fmla="*/ 1456551 h 1456551"/>
              <a:gd name="connsiteX1" fmla="*/ 518155 w 1676601"/>
              <a:gd name="connsiteY1" fmla="*/ 1322006 h 1456551"/>
              <a:gd name="connsiteX2" fmla="*/ 5788 w 1676601"/>
              <a:gd name="connsiteY2" fmla="*/ 218554 h 1456551"/>
              <a:gd name="connsiteX3" fmla="*/ 0 w 1676601"/>
              <a:gd name="connsiteY3" fmla="*/ 156500 h 1456551"/>
              <a:gd name="connsiteX4" fmla="*/ 1511810 w 1676601"/>
              <a:gd name="connsiteY4" fmla="*/ 0 h 1456551"/>
              <a:gd name="connsiteX5" fmla="*/ 1520278 w 1676601"/>
              <a:gd name="connsiteY5" fmla="*/ 59718 h 1456551"/>
              <a:gd name="connsiteX6" fmla="*/ 1615135 w 1676601"/>
              <a:gd name="connsiteY6" fmla="*/ 265253 h 1456551"/>
              <a:gd name="connsiteX7" fmla="*/ 1676601 w 1676601"/>
              <a:gd name="connsiteY7" fmla="*/ 333905 h 1456551"/>
              <a:gd name="connsiteX8" fmla="*/ 651321 w 1676601"/>
              <a:gd name="connsiteY8" fmla="*/ 1456551 h 1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6601" h="1456551">
                <a:moveTo>
                  <a:pt x="651321" y="1456551"/>
                </a:moveTo>
                <a:lnTo>
                  <a:pt x="518155" y="1322006"/>
                </a:lnTo>
                <a:cubicBezTo>
                  <a:pt x="234047" y="1004210"/>
                  <a:pt x="62446" y="618476"/>
                  <a:pt x="5788" y="218554"/>
                </a:cubicBezTo>
                <a:lnTo>
                  <a:pt x="0" y="156500"/>
                </a:lnTo>
                <a:lnTo>
                  <a:pt x="1511810" y="0"/>
                </a:lnTo>
                <a:lnTo>
                  <a:pt x="1520278" y="59718"/>
                </a:lnTo>
                <a:cubicBezTo>
                  <a:pt x="1537836" y="132558"/>
                  <a:pt x="1569522" y="202543"/>
                  <a:pt x="1615135" y="265253"/>
                </a:cubicBezTo>
                <a:lnTo>
                  <a:pt x="1676601" y="333905"/>
                </a:lnTo>
                <a:lnTo>
                  <a:pt x="651321" y="1456551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CE1C2-809B-2C19-6343-7B99CDE1AC59}"/>
              </a:ext>
            </a:extLst>
          </p:cNvPr>
          <p:cNvSpPr/>
          <p:nvPr/>
        </p:nvSpPr>
        <p:spPr>
          <a:xfrm rot="8255728">
            <a:off x="8821453" y="2787950"/>
            <a:ext cx="1261182" cy="1198723"/>
          </a:xfrm>
          <a:custGeom>
            <a:avLst/>
            <a:gdLst>
              <a:gd name="connsiteX0" fmla="*/ 9427 w 1665858"/>
              <a:gd name="connsiteY0" fmla="*/ 1583357 h 1583357"/>
              <a:gd name="connsiteX1" fmla="*/ 2170 w 1665858"/>
              <a:gd name="connsiteY1" fmla="*/ 1505551 h 1583357"/>
              <a:gd name="connsiteX2" fmla="*/ 413087 w 1665858"/>
              <a:gd name="connsiteY2" fmla="*/ 158502 h 1583357"/>
              <a:gd name="connsiteX3" fmla="*/ 543812 w 1665858"/>
              <a:gd name="connsiteY3" fmla="*/ 0 h 1583357"/>
              <a:gd name="connsiteX4" fmla="*/ 1665858 w 1665858"/>
              <a:gd name="connsiteY4" fmla="*/ 1024732 h 1583357"/>
              <a:gd name="connsiteX5" fmla="*/ 1601178 w 1665858"/>
              <a:gd name="connsiteY5" fmla="*/ 1111673 h 1583357"/>
              <a:gd name="connsiteX6" fmla="*/ 1525306 w 1665858"/>
              <a:gd name="connsiteY6" fmla="*/ 1324946 h 1583357"/>
              <a:gd name="connsiteX7" fmla="*/ 1520174 w 1665858"/>
              <a:gd name="connsiteY7" fmla="*/ 1426968 h 1583357"/>
              <a:gd name="connsiteX8" fmla="*/ 9427 w 1665858"/>
              <a:gd name="connsiteY8" fmla="*/ 1583357 h 158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5858" h="1583357">
                <a:moveTo>
                  <a:pt x="9427" y="1583357"/>
                </a:moveTo>
                <a:lnTo>
                  <a:pt x="2170" y="1505551"/>
                </a:lnTo>
                <a:cubicBezTo>
                  <a:pt x="-19151" y="1035200"/>
                  <a:pt x="116532" y="557732"/>
                  <a:pt x="413087" y="158502"/>
                </a:cubicBezTo>
                <a:lnTo>
                  <a:pt x="543812" y="0"/>
                </a:lnTo>
                <a:lnTo>
                  <a:pt x="1665858" y="1024732"/>
                </a:lnTo>
                <a:lnTo>
                  <a:pt x="1601178" y="1111673"/>
                </a:lnTo>
                <a:cubicBezTo>
                  <a:pt x="1561426" y="1178252"/>
                  <a:pt x="1536201" y="1250817"/>
                  <a:pt x="1525306" y="1324946"/>
                </a:cubicBezTo>
                <a:lnTo>
                  <a:pt x="1520174" y="1426968"/>
                </a:lnTo>
                <a:lnTo>
                  <a:pt x="9427" y="15833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2165D1-243A-06FD-9C0C-B3C45C7B9395}"/>
              </a:ext>
            </a:extLst>
          </p:cNvPr>
          <p:cNvSpPr/>
          <p:nvPr/>
        </p:nvSpPr>
        <p:spPr>
          <a:xfrm rot="8255728">
            <a:off x="6230747" y="3575822"/>
            <a:ext cx="899760" cy="1700212"/>
          </a:xfrm>
          <a:custGeom>
            <a:avLst/>
            <a:gdLst>
              <a:gd name="connsiteX0" fmla="*/ 443246 w 1188466"/>
              <a:gd name="connsiteY0" fmla="*/ 2245760 h 2245760"/>
              <a:gd name="connsiteX1" fmla="*/ 0 w 1188466"/>
              <a:gd name="connsiteY1" fmla="*/ 1840956 h 2245760"/>
              <a:gd name="connsiteX2" fmla="*/ 126843 w 1188466"/>
              <a:gd name="connsiteY2" fmla="*/ 1687159 h 2245760"/>
              <a:gd name="connsiteX3" fmla="*/ 586802 w 1188466"/>
              <a:gd name="connsiteY3" fmla="*/ 179340 h 2245760"/>
              <a:gd name="connsiteX4" fmla="*/ 575823 w 1188466"/>
              <a:gd name="connsiteY4" fmla="*/ 61635 h 2245760"/>
              <a:gd name="connsiteX5" fmla="*/ 1171222 w 1188466"/>
              <a:gd name="connsiteY5" fmla="*/ 0 h 2245760"/>
              <a:gd name="connsiteX6" fmla="*/ 1185419 w 1188466"/>
              <a:gd name="connsiteY6" fmla="*/ 152204 h 2245760"/>
              <a:gd name="connsiteX7" fmla="*/ 515645 w 1188466"/>
              <a:gd name="connsiteY7" fmla="*/ 2162346 h 2245760"/>
              <a:gd name="connsiteX8" fmla="*/ 443246 w 1188466"/>
              <a:gd name="connsiteY8" fmla="*/ 2245760 h 224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466" h="2245760">
                <a:moveTo>
                  <a:pt x="443246" y="2245760"/>
                </a:moveTo>
                <a:lnTo>
                  <a:pt x="0" y="1840956"/>
                </a:lnTo>
                <a:lnTo>
                  <a:pt x="126843" y="1687159"/>
                </a:lnTo>
                <a:cubicBezTo>
                  <a:pt x="458792" y="1240281"/>
                  <a:pt x="610668" y="705827"/>
                  <a:pt x="586802" y="179340"/>
                </a:cubicBezTo>
                <a:lnTo>
                  <a:pt x="575823" y="61635"/>
                </a:lnTo>
                <a:lnTo>
                  <a:pt x="1171222" y="0"/>
                </a:lnTo>
                <a:lnTo>
                  <a:pt x="1185419" y="152204"/>
                </a:lnTo>
                <a:cubicBezTo>
                  <a:pt x="1217500" y="859922"/>
                  <a:pt x="996470" y="1579114"/>
                  <a:pt x="515645" y="2162346"/>
                </a:cubicBezTo>
                <a:lnTo>
                  <a:pt x="443246" y="224576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200" noProof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6193463-85D7-4F3B-7B21-2531C66BC07F}"/>
              </a:ext>
            </a:extLst>
          </p:cNvPr>
          <p:cNvSpPr/>
          <p:nvPr/>
        </p:nvSpPr>
        <p:spPr>
          <a:xfrm rot="8255728">
            <a:off x="6784844" y="3411168"/>
            <a:ext cx="1246762" cy="1199425"/>
          </a:xfrm>
          <a:custGeom>
            <a:avLst/>
            <a:gdLst>
              <a:gd name="connsiteX0" fmla="*/ 1123227 w 1646811"/>
              <a:gd name="connsiteY0" fmla="*/ 1584285 h 1584285"/>
              <a:gd name="connsiteX1" fmla="*/ 0 w 1646811"/>
              <a:gd name="connsiteY1" fmla="*/ 558475 h 1584285"/>
              <a:gd name="connsiteX2" fmla="*/ 45633 w 1646811"/>
              <a:gd name="connsiteY2" fmla="*/ 497137 h 1584285"/>
              <a:gd name="connsiteX3" fmla="*/ 127130 w 1646811"/>
              <a:gd name="connsiteY3" fmla="*/ 172048 h 1584285"/>
              <a:gd name="connsiteX4" fmla="*/ 124901 w 1646811"/>
              <a:gd name="connsiteY4" fmla="*/ 156324 h 1584285"/>
              <a:gd name="connsiteX5" fmla="*/ 1635010 w 1646811"/>
              <a:gd name="connsiteY5" fmla="*/ 0 h 1584285"/>
              <a:gd name="connsiteX6" fmla="*/ 1644641 w 1646811"/>
              <a:gd name="connsiteY6" fmla="*/ 103258 h 1584285"/>
              <a:gd name="connsiteX7" fmla="*/ 1233724 w 1646811"/>
              <a:gd name="connsiteY7" fmla="*/ 1450307 h 1584285"/>
              <a:gd name="connsiteX8" fmla="*/ 1123227 w 1646811"/>
              <a:gd name="connsiteY8" fmla="*/ 1584285 h 158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6811" h="1584285">
                <a:moveTo>
                  <a:pt x="1123227" y="1584285"/>
                </a:moveTo>
                <a:lnTo>
                  <a:pt x="0" y="558475"/>
                </a:lnTo>
                <a:lnTo>
                  <a:pt x="45633" y="497137"/>
                </a:lnTo>
                <a:cubicBezTo>
                  <a:pt x="105262" y="397268"/>
                  <a:pt x="132202" y="283932"/>
                  <a:pt x="127130" y="172048"/>
                </a:cubicBezTo>
                <a:lnTo>
                  <a:pt x="124901" y="156324"/>
                </a:lnTo>
                <a:lnTo>
                  <a:pt x="1635010" y="0"/>
                </a:lnTo>
                <a:lnTo>
                  <a:pt x="1644641" y="103258"/>
                </a:lnTo>
                <a:cubicBezTo>
                  <a:pt x="1665962" y="573610"/>
                  <a:pt x="1530280" y="1051078"/>
                  <a:pt x="1233724" y="1450307"/>
                </a:cubicBezTo>
                <a:lnTo>
                  <a:pt x="1123227" y="1584285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3CCB039-8497-20FC-1EEC-E744AA79ED3D}"/>
              </a:ext>
            </a:extLst>
          </p:cNvPr>
          <p:cNvSpPr/>
          <p:nvPr/>
        </p:nvSpPr>
        <p:spPr>
          <a:xfrm rot="8255728">
            <a:off x="8947356" y="3359303"/>
            <a:ext cx="1120785" cy="1271193"/>
          </a:xfrm>
          <a:custGeom>
            <a:avLst/>
            <a:gdLst>
              <a:gd name="connsiteX0" fmla="*/ 1123227 w 1480411"/>
              <a:gd name="connsiteY0" fmla="*/ 1679081 h 1679081"/>
              <a:gd name="connsiteX1" fmla="*/ 0 w 1480411"/>
              <a:gd name="connsiteY1" fmla="*/ 653271 h 1679081"/>
              <a:gd name="connsiteX2" fmla="*/ 123431 w 1480411"/>
              <a:gd name="connsiteY2" fmla="*/ 531106 h 1679081"/>
              <a:gd name="connsiteX3" fmla="*/ 1427778 w 1480411"/>
              <a:gd name="connsiteY3" fmla="*/ 0 h 1679081"/>
              <a:gd name="connsiteX4" fmla="*/ 1480411 w 1480411"/>
              <a:gd name="connsiteY4" fmla="*/ 126 h 1679081"/>
              <a:gd name="connsiteX5" fmla="*/ 1480411 w 1480411"/>
              <a:gd name="connsiteY5" fmla="*/ 1519801 h 1679081"/>
              <a:gd name="connsiteX6" fmla="*/ 1385719 w 1480411"/>
              <a:gd name="connsiteY6" fmla="*/ 1533229 h 1679081"/>
              <a:gd name="connsiteX7" fmla="*/ 1180185 w 1480411"/>
              <a:gd name="connsiteY7" fmla="*/ 1628086 h 1679081"/>
              <a:gd name="connsiteX8" fmla="*/ 1123227 w 1480411"/>
              <a:gd name="connsiteY8" fmla="*/ 1679081 h 167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0411" h="1679081">
                <a:moveTo>
                  <a:pt x="1123227" y="1679081"/>
                </a:moveTo>
                <a:lnTo>
                  <a:pt x="0" y="653271"/>
                </a:lnTo>
                <a:lnTo>
                  <a:pt x="123431" y="531106"/>
                </a:lnTo>
                <a:cubicBezTo>
                  <a:pt x="494193" y="199647"/>
                  <a:pt x="957427" y="21321"/>
                  <a:pt x="1427778" y="0"/>
                </a:cubicBezTo>
                <a:lnTo>
                  <a:pt x="1480411" y="126"/>
                </a:lnTo>
                <a:lnTo>
                  <a:pt x="1480411" y="1519801"/>
                </a:lnTo>
                <a:lnTo>
                  <a:pt x="1385719" y="1533229"/>
                </a:lnTo>
                <a:cubicBezTo>
                  <a:pt x="1312879" y="1550787"/>
                  <a:pt x="1242894" y="1582473"/>
                  <a:pt x="1180185" y="1628086"/>
                </a:cubicBezTo>
                <a:lnTo>
                  <a:pt x="1123227" y="1679081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50" noProof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C33C34-8E64-7219-F1B2-45B26B429E03}"/>
              </a:ext>
            </a:extLst>
          </p:cNvPr>
          <p:cNvSpPr/>
          <p:nvPr/>
        </p:nvSpPr>
        <p:spPr>
          <a:xfrm rot="8255728">
            <a:off x="9406976" y="3901148"/>
            <a:ext cx="1596640" cy="1009446"/>
          </a:xfrm>
          <a:custGeom>
            <a:avLst/>
            <a:gdLst>
              <a:gd name="connsiteX0" fmla="*/ 443247 w 2108955"/>
              <a:gd name="connsiteY0" fmla="*/ 1333347 h 1333347"/>
              <a:gd name="connsiteX1" fmla="*/ 0 w 2108955"/>
              <a:gd name="connsiteY1" fmla="*/ 928543 h 1333347"/>
              <a:gd name="connsiteX2" fmla="*/ 76522 w 2108955"/>
              <a:gd name="connsiteY2" fmla="*/ 848895 h 1333347"/>
              <a:gd name="connsiteX3" fmla="*/ 2017821 w 2108955"/>
              <a:gd name="connsiteY3" fmla="*/ 0 h 1333347"/>
              <a:gd name="connsiteX4" fmla="*/ 2108955 w 2108955"/>
              <a:gd name="connsiteY4" fmla="*/ 219 h 1333347"/>
              <a:gd name="connsiteX5" fmla="*/ 2108955 w 2108955"/>
              <a:gd name="connsiteY5" fmla="*/ 598771 h 1333347"/>
              <a:gd name="connsiteX6" fmla="*/ 2044957 w 2108955"/>
              <a:gd name="connsiteY6" fmla="*/ 598617 h 1333347"/>
              <a:gd name="connsiteX7" fmla="*/ 584937 w 2108955"/>
              <a:gd name="connsiteY7" fmla="*/ 1193110 h 1333347"/>
              <a:gd name="connsiteX8" fmla="*/ 443247 w 2108955"/>
              <a:gd name="connsiteY8" fmla="*/ 1333347 h 133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8955" h="1333347">
                <a:moveTo>
                  <a:pt x="443247" y="1333347"/>
                </a:moveTo>
                <a:lnTo>
                  <a:pt x="0" y="928543"/>
                </a:lnTo>
                <a:lnTo>
                  <a:pt x="76522" y="848895"/>
                </a:lnTo>
                <a:cubicBezTo>
                  <a:pt x="613858" y="317274"/>
                  <a:pt x="1310103" y="32081"/>
                  <a:pt x="2017821" y="0"/>
                </a:cubicBezTo>
                <a:lnTo>
                  <a:pt x="2108955" y="219"/>
                </a:lnTo>
                <a:lnTo>
                  <a:pt x="2108955" y="598771"/>
                </a:lnTo>
                <a:lnTo>
                  <a:pt x="2044957" y="598617"/>
                </a:lnTo>
                <a:cubicBezTo>
                  <a:pt x="1518469" y="622482"/>
                  <a:pt x="999948" y="822091"/>
                  <a:pt x="584937" y="1193110"/>
                </a:cubicBezTo>
                <a:lnTo>
                  <a:pt x="443247" y="133334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200" noProof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3E9393C-E857-CB4D-050D-379A30FE85D6}"/>
              </a:ext>
            </a:extLst>
          </p:cNvPr>
          <p:cNvSpPr txBox="1"/>
          <p:nvPr/>
        </p:nvSpPr>
        <p:spPr>
          <a:xfrm rot="19002735">
            <a:off x="6330974" y="2178533"/>
            <a:ext cx="1895392" cy="511358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422869"/>
              </a:avLst>
            </a:prstTxWarp>
            <a:spAutoFit/>
          </a:bodyPr>
          <a:lstStyle/>
          <a:p>
            <a:pPr algn="ctr"/>
            <a:r>
              <a:rPr lang="en-GB" sz="1100" b="1"/>
              <a:t>Independent</a:t>
            </a:r>
            <a:endParaRPr lang="en-GB" sz="1100" b="1" noProof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317CB24-5813-9745-8A43-8BEAC30DCC61}"/>
              </a:ext>
            </a:extLst>
          </p:cNvPr>
          <p:cNvSpPr txBox="1"/>
          <p:nvPr/>
        </p:nvSpPr>
        <p:spPr>
          <a:xfrm rot="1353494">
            <a:off x="8321284" y="1871323"/>
            <a:ext cx="1655992" cy="302914"/>
          </a:xfrm>
          <a:prstGeom prst="rect">
            <a:avLst/>
          </a:prstGeom>
          <a:noFill/>
        </p:spPr>
        <p:txBody>
          <a:bodyPr spcFirstLastPara="1" wrap="none" numCol="1" rtlCol="0">
            <a:prstTxWarp prst="textArchUp">
              <a:avLst>
                <a:gd name="adj" fmla="val 11422869"/>
              </a:avLst>
            </a:prstTxWarp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GB" sz="1050" b="1"/>
              <a:t>Dependent </a:t>
            </a:r>
            <a:endParaRPr lang="en-GB" sz="1050" b="1" noProof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061909-9253-DF7E-1E34-0D19982C78A9}"/>
              </a:ext>
            </a:extLst>
          </p:cNvPr>
          <p:cNvSpPr txBox="1"/>
          <p:nvPr/>
        </p:nvSpPr>
        <p:spPr>
          <a:xfrm rot="3935957">
            <a:off x="9235896" y="2807498"/>
            <a:ext cx="1731268" cy="279613"/>
          </a:xfrm>
          <a:prstGeom prst="rect">
            <a:avLst/>
          </a:prstGeom>
          <a:noFill/>
        </p:spPr>
        <p:txBody>
          <a:bodyPr spcFirstLastPara="1" wrap="none" numCol="1" rtlCol="0">
            <a:prstTxWarp prst="textArchUp">
              <a:avLst>
                <a:gd name="adj" fmla="val 11422869"/>
              </a:avLst>
            </a:prstTxWarp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sz="1050" b="1" err="1"/>
              <a:t>PRedictivePredictors</a:t>
            </a:r>
            <a:endParaRPr lang="en-GB" sz="1050" b="1" noProof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3193032-8B20-5319-D2D1-8B9F9B75B3AF}"/>
              </a:ext>
            </a:extLst>
          </p:cNvPr>
          <p:cNvSpPr txBox="1"/>
          <p:nvPr/>
        </p:nvSpPr>
        <p:spPr>
          <a:xfrm rot="6932835">
            <a:off x="9161115" y="4296005"/>
            <a:ext cx="1819520" cy="279613"/>
          </a:xfrm>
          <a:prstGeom prst="rect">
            <a:avLst/>
          </a:prstGeom>
          <a:noFill/>
        </p:spPr>
        <p:txBody>
          <a:bodyPr spcFirstLastPara="1" wrap="none" numCol="1" rtlCol="0">
            <a:prstTxWarp prst="textArchUp">
              <a:avLst>
                <a:gd name="adj" fmla="val 11422869"/>
              </a:avLst>
            </a:prstTxWarp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GB" sz="1050" b="1"/>
              <a:t>Response </a:t>
            </a:r>
            <a:endParaRPr lang="en-GB" sz="1050" b="1" noProof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2E1708A-CA17-B17C-A594-B21EF20ECDD9}"/>
              </a:ext>
            </a:extLst>
          </p:cNvPr>
          <p:cNvSpPr txBox="1"/>
          <p:nvPr/>
        </p:nvSpPr>
        <p:spPr>
          <a:xfrm rot="14610029">
            <a:off x="6144198" y="4152022"/>
            <a:ext cx="1415812" cy="489322"/>
          </a:xfrm>
          <a:prstGeom prst="rect">
            <a:avLst/>
          </a:prstGeom>
          <a:noFill/>
        </p:spPr>
        <p:txBody>
          <a:bodyPr spcFirstLastPara="1" wrap="none" numCol="1" rtlCol="0">
            <a:prstTxWarp prst="textArchUp">
              <a:avLst>
                <a:gd name="adj" fmla="val 11422869"/>
              </a:avLst>
            </a:prstTxWarp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GB" sz="1050" b="1"/>
              <a:t>Mediating </a:t>
            </a:r>
            <a:endParaRPr lang="en-GB" sz="1050" b="1" noProof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A2449D5-C351-AC27-8EED-F6CA0E1C90A4}"/>
              </a:ext>
            </a:extLst>
          </p:cNvPr>
          <p:cNvSpPr txBox="1"/>
          <p:nvPr/>
        </p:nvSpPr>
        <p:spPr>
          <a:xfrm>
            <a:off x="7201969" y="2724797"/>
            <a:ext cx="1114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influences or affect the outcomes in studies</a:t>
            </a:r>
            <a:endParaRPr lang="en-GB" sz="800" noProof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7B1C0A-17E2-914E-8304-7EE7C3F9F453}"/>
              </a:ext>
            </a:extLst>
          </p:cNvPr>
          <p:cNvSpPr txBox="1"/>
          <p:nvPr/>
        </p:nvSpPr>
        <p:spPr>
          <a:xfrm>
            <a:off x="8444633" y="2202361"/>
            <a:ext cx="907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sz="800"/>
              <a:t>are the outcomes influenced by the independent variables</a:t>
            </a:r>
            <a:endParaRPr lang="en-GB" sz="800" noProof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950BD8F-FF26-DBC7-ED8C-AD6FF31775F6}"/>
              </a:ext>
            </a:extLst>
          </p:cNvPr>
          <p:cNvSpPr txBox="1"/>
          <p:nvPr/>
        </p:nvSpPr>
        <p:spPr>
          <a:xfrm>
            <a:off x="9098102" y="2880044"/>
            <a:ext cx="7968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800"/>
              <a:t>predicts an outcome in survey‑based studies</a:t>
            </a:r>
            <a:endParaRPr lang="en-GB" sz="800" noProof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4CC496-A442-70D0-7F6A-91B30971E8AF}"/>
              </a:ext>
            </a:extLst>
          </p:cNvPr>
          <p:cNvSpPr txBox="1"/>
          <p:nvPr/>
        </p:nvSpPr>
        <p:spPr>
          <a:xfrm>
            <a:off x="9024301" y="3772314"/>
            <a:ext cx="1030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800"/>
              <a:t>outcomes affected by predictor variables in surveys</a:t>
            </a:r>
            <a:endParaRPr lang="en-GB" sz="800" noProof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60D60DC-A459-9A00-AD13-45B6B15EF829}"/>
              </a:ext>
            </a:extLst>
          </p:cNvPr>
          <p:cNvSpPr txBox="1"/>
          <p:nvPr/>
        </p:nvSpPr>
        <p:spPr>
          <a:xfrm>
            <a:off x="7011571" y="3859431"/>
            <a:ext cx="949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800"/>
              <a:t>transmits the effect of an IV on a DV</a:t>
            </a:r>
            <a:endParaRPr lang="en-GB" sz="800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99CA39-0785-6E96-5272-6AB074C736E2}"/>
              </a:ext>
            </a:extLst>
          </p:cNvPr>
          <p:cNvGrpSpPr/>
          <p:nvPr/>
        </p:nvGrpSpPr>
        <p:grpSpPr>
          <a:xfrm>
            <a:off x="6858990" y="4232896"/>
            <a:ext cx="1921690" cy="1999732"/>
            <a:chOff x="6859028" y="4242488"/>
            <a:chExt cx="1921690" cy="19997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AE3F01-AF37-27EE-30A2-DB9C24521C13}"/>
                </a:ext>
              </a:extLst>
            </p:cNvPr>
            <p:cNvSpPr/>
            <p:nvPr/>
          </p:nvSpPr>
          <p:spPr>
            <a:xfrm rot="8255728">
              <a:off x="7512939" y="4242488"/>
              <a:ext cx="1267779" cy="1083824"/>
            </a:xfrm>
            <a:custGeom>
              <a:avLst/>
              <a:gdLst>
                <a:gd name="connsiteX0" fmla="*/ 161544 w 1674571"/>
                <a:gd name="connsiteY0" fmla="*/ 1431591 h 1431591"/>
                <a:gd name="connsiteX1" fmla="*/ 156667 w 1674571"/>
                <a:gd name="connsiteY1" fmla="*/ 1397199 h 1431591"/>
                <a:gd name="connsiteX2" fmla="*/ 61810 w 1674571"/>
                <a:gd name="connsiteY2" fmla="*/ 1191664 h 1431591"/>
                <a:gd name="connsiteX3" fmla="*/ 0 w 1674571"/>
                <a:gd name="connsiteY3" fmla="*/ 1122627 h 1431591"/>
                <a:gd name="connsiteX4" fmla="*/ 1025262 w 1674571"/>
                <a:gd name="connsiteY4" fmla="*/ 0 h 1431591"/>
                <a:gd name="connsiteX5" fmla="*/ 1158790 w 1674571"/>
                <a:gd name="connsiteY5" fmla="*/ 134911 h 1431591"/>
                <a:gd name="connsiteX6" fmla="*/ 1671157 w 1674571"/>
                <a:gd name="connsiteY6" fmla="*/ 1238363 h 1431591"/>
                <a:gd name="connsiteX7" fmla="*/ 1674571 w 1674571"/>
                <a:gd name="connsiteY7" fmla="*/ 1274965 h 1431591"/>
                <a:gd name="connsiteX8" fmla="*/ 161544 w 1674571"/>
                <a:gd name="connsiteY8" fmla="*/ 1431591 h 143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4571" h="1431591">
                  <a:moveTo>
                    <a:pt x="161544" y="1431591"/>
                  </a:moveTo>
                  <a:lnTo>
                    <a:pt x="156667" y="1397199"/>
                  </a:lnTo>
                  <a:cubicBezTo>
                    <a:pt x="139109" y="1324359"/>
                    <a:pt x="107423" y="1254374"/>
                    <a:pt x="61810" y="1191664"/>
                  </a:cubicBezTo>
                  <a:lnTo>
                    <a:pt x="0" y="1122627"/>
                  </a:lnTo>
                  <a:lnTo>
                    <a:pt x="1025262" y="0"/>
                  </a:lnTo>
                  <a:lnTo>
                    <a:pt x="1158790" y="134911"/>
                  </a:lnTo>
                  <a:cubicBezTo>
                    <a:pt x="1442898" y="452706"/>
                    <a:pt x="1614500" y="838441"/>
                    <a:pt x="1671157" y="1238363"/>
                  </a:cubicBezTo>
                  <a:lnTo>
                    <a:pt x="1674571" y="1274965"/>
                  </a:lnTo>
                  <a:lnTo>
                    <a:pt x="161544" y="143159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50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08522-A926-9F6F-9DE4-4CA370AC1E5F}"/>
                </a:ext>
              </a:extLst>
            </p:cNvPr>
            <p:cNvSpPr/>
            <p:nvPr/>
          </p:nvSpPr>
          <p:spPr>
            <a:xfrm rot="8255728">
              <a:off x="7282285" y="4820886"/>
              <a:ext cx="1002990" cy="1421334"/>
            </a:xfrm>
            <a:custGeom>
              <a:avLst/>
              <a:gdLst>
                <a:gd name="connsiteX0" fmla="*/ 729421 w 1324820"/>
                <a:gd name="connsiteY0" fmla="*/ 1877398 h 1877398"/>
                <a:gd name="connsiteX1" fmla="*/ 725118 w 1324820"/>
                <a:gd name="connsiteY1" fmla="*/ 1831265 h 1877398"/>
                <a:gd name="connsiteX2" fmla="*/ 151600 w 1324820"/>
                <a:gd name="connsiteY2" fmla="*/ 596117 h 1877398"/>
                <a:gd name="connsiteX3" fmla="*/ 0 w 1324820"/>
                <a:gd name="connsiteY3" fmla="*/ 442946 h 1877398"/>
                <a:gd name="connsiteX4" fmla="*/ 404530 w 1324820"/>
                <a:gd name="connsiteY4" fmla="*/ 0 h 1877398"/>
                <a:gd name="connsiteX5" fmla="*/ 495815 w 1324820"/>
                <a:gd name="connsiteY5" fmla="*/ 87702 h 1877398"/>
                <a:gd name="connsiteX6" fmla="*/ 1318394 w 1324820"/>
                <a:gd name="connsiteY6" fmla="*/ 1746875 h 1877398"/>
                <a:gd name="connsiteX7" fmla="*/ 1324820 w 1324820"/>
                <a:gd name="connsiteY7" fmla="*/ 1815763 h 1877398"/>
                <a:gd name="connsiteX8" fmla="*/ 729421 w 1324820"/>
                <a:gd name="connsiteY8" fmla="*/ 1877398 h 1877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4820" h="1877398">
                  <a:moveTo>
                    <a:pt x="729421" y="1877398"/>
                  </a:moveTo>
                  <a:lnTo>
                    <a:pt x="725118" y="1831265"/>
                  </a:lnTo>
                  <a:cubicBezTo>
                    <a:pt x="661699" y="1383612"/>
                    <a:pt x="469617" y="951841"/>
                    <a:pt x="151600" y="596117"/>
                  </a:cubicBezTo>
                  <a:lnTo>
                    <a:pt x="0" y="442946"/>
                  </a:lnTo>
                  <a:lnTo>
                    <a:pt x="404530" y="0"/>
                  </a:lnTo>
                  <a:lnTo>
                    <a:pt x="495815" y="87702"/>
                  </a:lnTo>
                  <a:cubicBezTo>
                    <a:pt x="956553" y="553394"/>
                    <a:pt x="1232196" y="1138443"/>
                    <a:pt x="1318394" y="1746875"/>
                  </a:cubicBezTo>
                  <a:lnTo>
                    <a:pt x="1324820" y="1815763"/>
                  </a:lnTo>
                  <a:lnTo>
                    <a:pt x="729421" y="187739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200" noProof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077DC0E-B51C-C02C-AD64-0C07D874A42D}"/>
                </a:ext>
              </a:extLst>
            </p:cNvPr>
            <p:cNvSpPr txBox="1"/>
            <p:nvPr/>
          </p:nvSpPr>
          <p:spPr>
            <a:xfrm rot="1186092">
              <a:off x="6859028" y="5305398"/>
              <a:ext cx="1882579" cy="279613"/>
            </a:xfrm>
            <a:prstGeom prst="rect">
              <a:avLst/>
            </a:prstGeom>
            <a:noFill/>
          </p:spPr>
          <p:txBody>
            <a:bodyPr spcFirstLastPara="1" wrap="none" numCol="1" rtlCol="0">
              <a:prstTxWarp prst="textArchDown">
                <a:avLst/>
              </a:prstTxWarp>
              <a:spAutoFit/>
            </a:bodyPr>
            <a:lstStyle>
              <a:defPPr>
                <a:defRPr lang="en-US"/>
              </a:defPPr>
              <a:lvl1pPr algn="ctr">
                <a:defRPr/>
              </a:lvl1pPr>
            </a:lstStyle>
            <a:p>
              <a:r>
                <a:rPr lang="en-GB" sz="1050" b="1"/>
                <a:t>Moderating  </a:t>
              </a:r>
              <a:endParaRPr lang="en-GB" sz="1050" b="1" noProof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882C63C-2938-A7BE-ABE9-BC137217749C}"/>
                </a:ext>
              </a:extLst>
            </p:cNvPr>
            <p:cNvSpPr txBox="1"/>
            <p:nvPr/>
          </p:nvSpPr>
          <p:spPr>
            <a:xfrm>
              <a:off x="7694378" y="4491125"/>
              <a:ext cx="67194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sz="800" noProof="0"/>
                <a:t>affects the relationship between IV and DV</a:t>
              </a:r>
              <a:endParaRPr lang="en-GB" sz="800" noProof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16978F2-2D5D-64B2-FEEE-1CD6166255C9}"/>
              </a:ext>
            </a:extLst>
          </p:cNvPr>
          <p:cNvSpPr txBox="1"/>
          <p:nvPr/>
        </p:nvSpPr>
        <p:spPr>
          <a:xfrm>
            <a:off x="829106" y="3711259"/>
            <a:ext cx="379493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Variables and the Use of Theories</a:t>
            </a:r>
          </a:p>
          <a:p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In a quantitative research study, relationships between </a:t>
            </a:r>
            <a:r>
              <a:rPr lang="en-US" sz="1100" b="1">
                <a:highlight>
                  <a:srgbClr val="FFC000"/>
                </a:highlight>
              </a:rPr>
              <a:t>variables are described to build theories and to answer specific research questions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en-US" sz="110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Theories and variable specifications are used to generate hypotheses.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A hypothesis is a prediction about a specific event or relationship between variables.</a:t>
            </a:r>
            <a:endParaRPr lang="en-GB" sz="110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A6B32F-7CBB-E449-F765-5BE2D6235B03}"/>
              </a:ext>
            </a:extLst>
          </p:cNvPr>
          <p:cNvGrpSpPr/>
          <p:nvPr/>
        </p:nvGrpSpPr>
        <p:grpSpPr>
          <a:xfrm>
            <a:off x="8158459" y="4137090"/>
            <a:ext cx="1651606" cy="1827775"/>
            <a:chOff x="8158459" y="4137090"/>
            <a:chExt cx="1651606" cy="182777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EAEC1B9-CCEE-C084-9980-4623034355D2}"/>
                </a:ext>
              </a:extLst>
            </p:cNvPr>
            <p:cNvSpPr/>
            <p:nvPr/>
          </p:nvSpPr>
          <p:spPr>
            <a:xfrm rot="8255728">
              <a:off x="8158459" y="4137090"/>
              <a:ext cx="1044131" cy="1252005"/>
            </a:xfrm>
            <a:custGeom>
              <a:avLst/>
              <a:gdLst>
                <a:gd name="connsiteX0" fmla="*/ 0 w 1379161"/>
                <a:gd name="connsiteY0" fmla="*/ 1519507 h 1653736"/>
                <a:gd name="connsiteX1" fmla="*/ 0 w 1379161"/>
                <a:gd name="connsiteY1" fmla="*/ 0 h 1653736"/>
                <a:gd name="connsiteX2" fmla="*/ 87836 w 1379161"/>
                <a:gd name="connsiteY2" fmla="*/ 212 h 1653736"/>
                <a:gd name="connsiteX3" fmla="*/ 1233120 w 1379161"/>
                <a:gd name="connsiteY3" fmla="*/ 410643 h 1653736"/>
                <a:gd name="connsiteX4" fmla="*/ 1379161 w 1379161"/>
                <a:gd name="connsiteY4" fmla="*/ 531090 h 1653736"/>
                <a:gd name="connsiteX5" fmla="*/ 353881 w 1379161"/>
                <a:gd name="connsiteY5" fmla="*/ 1653736 h 1653736"/>
                <a:gd name="connsiteX6" fmla="*/ 279950 w 1379161"/>
                <a:gd name="connsiteY6" fmla="*/ 1598734 h 1653736"/>
                <a:gd name="connsiteX7" fmla="*/ 66676 w 1379161"/>
                <a:gd name="connsiteY7" fmla="*/ 1522861 h 1653736"/>
                <a:gd name="connsiteX8" fmla="*/ 0 w 1379161"/>
                <a:gd name="connsiteY8" fmla="*/ 1519507 h 165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9161" h="1653736">
                  <a:moveTo>
                    <a:pt x="0" y="1519507"/>
                  </a:moveTo>
                  <a:lnTo>
                    <a:pt x="0" y="0"/>
                  </a:lnTo>
                  <a:lnTo>
                    <a:pt x="87836" y="212"/>
                  </a:lnTo>
                  <a:cubicBezTo>
                    <a:pt x="491244" y="20454"/>
                    <a:pt x="890923" y="156453"/>
                    <a:pt x="1233120" y="410643"/>
                  </a:cubicBezTo>
                  <a:lnTo>
                    <a:pt x="1379161" y="531090"/>
                  </a:lnTo>
                  <a:lnTo>
                    <a:pt x="353881" y="1653736"/>
                  </a:lnTo>
                  <a:lnTo>
                    <a:pt x="279950" y="1598734"/>
                  </a:lnTo>
                  <a:cubicBezTo>
                    <a:pt x="213370" y="1558981"/>
                    <a:pt x="140805" y="1533757"/>
                    <a:pt x="66676" y="1522861"/>
                  </a:cubicBezTo>
                  <a:lnTo>
                    <a:pt x="0" y="1519507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50" noProof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662D78C-856E-8ADE-869E-0D0DF71D68B4}"/>
                </a:ext>
              </a:extLst>
            </p:cNvPr>
            <p:cNvSpPr/>
            <p:nvPr/>
          </p:nvSpPr>
          <p:spPr>
            <a:xfrm rot="8255728">
              <a:off x="8331550" y="5060157"/>
              <a:ext cx="1478515" cy="904708"/>
            </a:xfrm>
            <a:custGeom>
              <a:avLst/>
              <a:gdLst>
                <a:gd name="connsiteX0" fmla="*/ 0 w 1952926"/>
                <a:gd name="connsiteY0" fmla="*/ 598552 h 1195002"/>
                <a:gd name="connsiteX1" fmla="*/ 0 w 1952926"/>
                <a:gd name="connsiteY1" fmla="*/ 0 h 1195002"/>
                <a:gd name="connsiteX2" fmla="*/ 130922 w 1952926"/>
                <a:gd name="connsiteY2" fmla="*/ 316 h 1195002"/>
                <a:gd name="connsiteX3" fmla="*/ 1857713 w 1952926"/>
                <a:gd name="connsiteY3" fmla="*/ 669407 h 1195002"/>
                <a:gd name="connsiteX4" fmla="*/ 1952926 w 1952926"/>
                <a:gd name="connsiteY4" fmla="*/ 752046 h 1195002"/>
                <a:gd name="connsiteX5" fmla="*/ 1548387 w 1952926"/>
                <a:gd name="connsiteY5" fmla="*/ 1195002 h 1195002"/>
                <a:gd name="connsiteX6" fmla="*/ 1382526 w 1952926"/>
                <a:gd name="connsiteY6" fmla="*/ 1058209 h 1195002"/>
                <a:gd name="connsiteX7" fmla="*/ 100554 w 1952926"/>
                <a:gd name="connsiteY7" fmla="*/ 598793 h 1195002"/>
                <a:gd name="connsiteX8" fmla="*/ 0 w 1952926"/>
                <a:gd name="connsiteY8" fmla="*/ 598552 h 119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2926" h="1195002">
                  <a:moveTo>
                    <a:pt x="0" y="598552"/>
                  </a:moveTo>
                  <a:lnTo>
                    <a:pt x="0" y="0"/>
                  </a:lnTo>
                  <a:lnTo>
                    <a:pt x="130922" y="316"/>
                  </a:lnTo>
                  <a:cubicBezTo>
                    <a:pt x="744657" y="31112"/>
                    <a:pt x="1352246" y="252693"/>
                    <a:pt x="1857713" y="669407"/>
                  </a:cubicBezTo>
                  <a:lnTo>
                    <a:pt x="1952926" y="752046"/>
                  </a:lnTo>
                  <a:lnTo>
                    <a:pt x="1548387" y="1195002"/>
                  </a:lnTo>
                  <a:lnTo>
                    <a:pt x="1382526" y="1058209"/>
                  </a:lnTo>
                  <a:cubicBezTo>
                    <a:pt x="999488" y="773681"/>
                    <a:pt x="552109" y="621452"/>
                    <a:pt x="100554" y="598793"/>
                  </a:cubicBezTo>
                  <a:lnTo>
                    <a:pt x="0" y="598552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200" noProof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415086-403C-9D10-CF32-A2859736759A}"/>
                </a:ext>
              </a:extLst>
            </p:cNvPr>
            <p:cNvSpPr txBox="1"/>
            <p:nvPr/>
          </p:nvSpPr>
          <p:spPr>
            <a:xfrm rot="20139967">
              <a:off x="8340486" y="5120404"/>
              <a:ext cx="1445912" cy="44180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GB" sz="1050" b="1"/>
                <a:t>Confounding </a:t>
              </a:r>
              <a:endParaRPr lang="en-GB" sz="1050" b="1" i="1" noProof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B07138-7462-D638-0D55-E3FAF04B145D}"/>
                </a:ext>
              </a:extLst>
            </p:cNvPr>
            <p:cNvSpPr txBox="1"/>
            <p:nvPr/>
          </p:nvSpPr>
          <p:spPr>
            <a:xfrm>
              <a:off x="8431595" y="4268819"/>
              <a:ext cx="84385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sz="800"/>
                <a:t>a “third variable” related to both the IV and DV</a:t>
              </a:r>
              <a:endParaRPr lang="en-GB" sz="800" noProof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6FF63B-A046-E153-5E69-7698AA81DAE0}"/>
              </a:ext>
            </a:extLst>
          </p:cNvPr>
          <p:cNvGrpSpPr/>
          <p:nvPr/>
        </p:nvGrpSpPr>
        <p:grpSpPr>
          <a:xfrm>
            <a:off x="7968787" y="3222111"/>
            <a:ext cx="944860" cy="992221"/>
            <a:chOff x="10234551" y="2151076"/>
            <a:chExt cx="1248038" cy="1310595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E839A73-12BA-286C-DE68-CD646F6FCC4C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b="1" noProof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9BD3E61-5FAD-EBC1-8CE0-3718211A9A8B}"/>
                </a:ext>
              </a:extLst>
            </p:cNvPr>
            <p:cNvSpPr txBox="1"/>
            <p:nvPr/>
          </p:nvSpPr>
          <p:spPr>
            <a:xfrm>
              <a:off x="10437925" y="2723344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GB" sz="1050" b="1" noProof="0">
                  <a:solidFill>
                    <a:schemeClr val="bg1"/>
                  </a:solidFill>
                </a:rPr>
                <a:t>Variable </a:t>
              </a:r>
              <a:br>
                <a:rPr lang="en-GB" sz="1050" b="1" noProof="0">
                  <a:solidFill>
                    <a:schemeClr val="bg1"/>
                  </a:solidFill>
                </a:rPr>
              </a:br>
              <a:r>
                <a:rPr lang="en-GB" sz="1050" b="1" noProof="0">
                  <a:solidFill>
                    <a:schemeClr val="bg1"/>
                  </a:solidFill>
                </a:rPr>
                <a:t>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457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5" grpId="0" animBg="1"/>
      <p:bldP spid="52" grpId="0" animBg="1"/>
      <p:bldP spid="51" grpId="0" animBg="1"/>
      <p:bldP spid="22" grpId="0" animBg="1"/>
      <p:bldP spid="23" grpId="0" animBg="1"/>
      <p:bldP spid="32" grpId="0" animBg="1"/>
      <p:bldP spid="31" grpId="0" animBg="1"/>
      <p:bldP spid="27" grpId="0" animBg="1"/>
      <p:bldP spid="26" grpId="0" animBg="1"/>
      <p:bldP spid="96" grpId="0"/>
      <p:bldP spid="97" grpId="0"/>
      <p:bldP spid="98" grpId="0"/>
      <p:bldP spid="99" grpId="0"/>
      <p:bldP spid="100" grpId="0"/>
      <p:bldP spid="106" grpId="0"/>
      <p:bldP spid="108" grpId="0"/>
      <p:bldP spid="110" grpId="0"/>
      <p:bldP spid="111" grpId="0"/>
      <p:bldP spid="113" grpId="0"/>
      <p:bldP spid="42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7D8D-8B4E-AEC5-C00E-CB08EF4A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7764-D977-BAAD-3E7A-59B04316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76F3BAA3-B740-E310-E7C4-F9677A180FCB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37728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A56FC7A-8680-861F-65CF-B9416644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E8A36D2-E592-93D9-13D8-2C589021267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E547F0-4C45-7DEF-67CA-CE001322C76B}"/>
              </a:ext>
            </a:extLst>
          </p:cNvPr>
          <p:cNvGrpSpPr/>
          <p:nvPr/>
        </p:nvGrpSpPr>
        <p:grpSpPr>
          <a:xfrm>
            <a:off x="891590" y="1415403"/>
            <a:ext cx="2485064" cy="3416320"/>
            <a:chOff x="4388828" y="2976142"/>
            <a:chExt cx="2485064" cy="34163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A786F8-38D1-0B2A-96E6-6E443F427880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ts val="1600"/>
                </a:lnSpc>
                <a:defRPr/>
              </a:pPr>
              <a:r>
                <a:rPr lang="en-US" sz="1600" b="1">
                  <a:solidFill>
                    <a:prstClr val="black"/>
                  </a:solidFill>
                </a:rPr>
                <a:t>Evaluation of the type of variables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BE130A-E34A-EEBE-07D3-1B7A109811CC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34163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r>
                <a:rPr lang="en-GB" sz="3600" dirty="0">
                  <a:solidFill>
                    <a:srgbClr val="FF0000"/>
                  </a:solidFill>
                  <a:latin typeface="Aptos Black"/>
                </a:rPr>
                <a:t>2en </a:t>
              </a:r>
              <a:r>
                <a:rPr lang="en-GB" sz="3600" dirty="0" err="1">
                  <a:solidFill>
                    <a:srgbClr val="FF0000"/>
                  </a:solidFill>
                  <a:latin typeface="Aptos Black"/>
                </a:rPr>
                <a:t>ujn</a:t>
              </a:r>
              <a:r>
                <a:rPr lang="en-GB" sz="3600" dirty="0">
                  <a:solidFill>
                    <a:srgbClr val="FF0000"/>
                  </a:solidFill>
                  <a:latin typeface="Aptos Black"/>
                </a:rPr>
                <a:t> </a:t>
              </a:r>
              <a:r>
                <a: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/>
                </a:rPr>
                <a:t>.</a:t>
              </a:r>
              <a:endPara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0F8D4E09-24A8-54E3-0B01-89A8BF91E76F}"/>
              </a:ext>
            </a:extLst>
          </p:cNvPr>
          <p:cNvSpPr/>
          <p:nvPr/>
        </p:nvSpPr>
        <p:spPr>
          <a:xfrm>
            <a:off x="1384929" y="4922719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6B4D81-EE7F-98AF-5289-4A385936992F}"/>
              </a:ext>
            </a:extLst>
          </p:cNvPr>
          <p:cNvSpPr/>
          <p:nvPr/>
        </p:nvSpPr>
        <p:spPr>
          <a:xfrm>
            <a:off x="4670920" y="4937222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692BBA-8A04-4B9F-0A79-4FB4E8099B26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1843327" y="5151918"/>
            <a:ext cx="2827593" cy="14503"/>
          </a:xfrm>
          <a:prstGeom prst="straightConnector1">
            <a:avLst/>
          </a:prstGeom>
          <a:ln w="9525">
            <a:solidFill>
              <a:srgbClr val="D2D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CD14AD-9DC6-2015-F7BE-BE65618401EF}"/>
              </a:ext>
            </a:extLst>
          </p:cNvPr>
          <p:cNvSpPr txBox="1"/>
          <p:nvPr/>
        </p:nvSpPr>
        <p:spPr>
          <a:xfrm>
            <a:off x="1070567" y="5395620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Education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9826F-A231-8C1E-5A9A-0F626882D5D2}"/>
              </a:ext>
            </a:extLst>
          </p:cNvPr>
          <p:cNvSpPr txBox="1"/>
          <p:nvPr/>
        </p:nvSpPr>
        <p:spPr>
          <a:xfrm>
            <a:off x="4356558" y="5401240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income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FDB19D-89C1-302B-F127-61B9B52B66C7}"/>
              </a:ext>
            </a:extLst>
          </p:cNvPr>
          <p:cNvSpPr/>
          <p:nvPr/>
        </p:nvSpPr>
        <p:spPr>
          <a:xfrm>
            <a:off x="2948099" y="3741367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Z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3C0469-6687-4772-BE0A-B6C22B49A56C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3177298" y="4199765"/>
            <a:ext cx="0" cy="944733"/>
          </a:xfrm>
          <a:prstGeom prst="straightConnector1">
            <a:avLst/>
          </a:prstGeom>
          <a:ln w="9525">
            <a:solidFill>
              <a:srgbClr val="D2D2D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54790E4C-B64A-3BB6-4B8C-BDD9063A5B42}"/>
              </a:ext>
            </a:extLst>
          </p:cNvPr>
          <p:cNvSpPr/>
          <p:nvPr/>
        </p:nvSpPr>
        <p:spPr>
          <a:xfrm>
            <a:off x="7040115" y="4937222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X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B5EE9E-FFC3-48FE-47C6-388C24A9CEBC}"/>
              </a:ext>
            </a:extLst>
          </p:cNvPr>
          <p:cNvSpPr/>
          <p:nvPr/>
        </p:nvSpPr>
        <p:spPr>
          <a:xfrm>
            <a:off x="10326106" y="4951725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D65BA0-D71E-C560-D4E0-4F482DE8B9E8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7498513" y="5166421"/>
            <a:ext cx="2827593" cy="14503"/>
          </a:xfrm>
          <a:prstGeom prst="straightConnector1">
            <a:avLst/>
          </a:prstGeom>
          <a:ln w="9525">
            <a:solidFill>
              <a:srgbClr val="D2D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5FF3A9-347B-217D-9597-B3E31A2E0919}"/>
              </a:ext>
            </a:extLst>
          </p:cNvPr>
          <p:cNvSpPr txBox="1"/>
          <p:nvPr/>
        </p:nvSpPr>
        <p:spPr>
          <a:xfrm>
            <a:off x="6725753" y="5410123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Education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BC0DB8-2FF1-EB0B-C510-AB300FD9A69F}"/>
              </a:ext>
            </a:extLst>
          </p:cNvPr>
          <p:cNvSpPr txBox="1"/>
          <p:nvPr/>
        </p:nvSpPr>
        <p:spPr>
          <a:xfrm>
            <a:off x="10011744" y="5415743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Income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091F2F-BEE9-7B17-23C1-F6E182309223}"/>
              </a:ext>
            </a:extLst>
          </p:cNvPr>
          <p:cNvSpPr/>
          <p:nvPr/>
        </p:nvSpPr>
        <p:spPr>
          <a:xfrm>
            <a:off x="8624994" y="3623818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2BBE77-24FD-F207-B207-9D6D56E9532F}"/>
              </a:ext>
            </a:extLst>
          </p:cNvPr>
          <p:cNvCxnSpPr>
            <a:cxnSpLocks/>
            <a:stCxn id="33" idx="5"/>
            <a:endCxn id="18" idx="1"/>
          </p:cNvCxnSpPr>
          <p:nvPr/>
        </p:nvCxnSpPr>
        <p:spPr>
          <a:xfrm>
            <a:off x="9016261" y="4015085"/>
            <a:ext cx="1376976" cy="1003771"/>
          </a:xfrm>
          <a:prstGeom prst="straightConnector1">
            <a:avLst/>
          </a:prstGeom>
          <a:ln w="9525">
            <a:solidFill>
              <a:srgbClr val="D2D2D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4FDBEBA-25C0-C308-EA09-457A3A57D6CF}"/>
              </a:ext>
            </a:extLst>
          </p:cNvPr>
          <p:cNvCxnSpPr>
            <a:cxnSpLocks/>
            <a:stCxn id="17" idx="7"/>
            <a:endCxn id="33" idx="3"/>
          </p:cNvCxnSpPr>
          <p:nvPr/>
        </p:nvCxnSpPr>
        <p:spPr>
          <a:xfrm flipV="1">
            <a:off x="7431382" y="4015085"/>
            <a:ext cx="1260743" cy="989268"/>
          </a:xfrm>
          <a:prstGeom prst="straightConnector1">
            <a:avLst/>
          </a:prstGeom>
          <a:ln w="9525">
            <a:solidFill>
              <a:srgbClr val="D2D2D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CF0265E-084B-5FAB-EB00-F10264402962}"/>
              </a:ext>
            </a:extLst>
          </p:cNvPr>
          <p:cNvSpPr txBox="1"/>
          <p:nvPr/>
        </p:nvSpPr>
        <p:spPr>
          <a:xfrm>
            <a:off x="799316" y="2180928"/>
            <a:ext cx="466118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Moderating Variable</a:t>
            </a:r>
          </a:p>
          <a:p>
            <a:r>
              <a:rPr lang="en-US" sz="1200" b="1">
                <a:highlight>
                  <a:srgbClr val="FFC000"/>
                </a:highlight>
              </a:rPr>
              <a:t>Moderating variables are predictor variables that affect the direction and/or strength of the relationship between independent and dependent variables</a:t>
            </a:r>
            <a:r>
              <a:rPr lang="en-US" sz="1200"/>
              <a:t>. They act upon (or interact with) the independent variables and, in combination with them, influence the dependent variables.</a:t>
            </a:r>
            <a:endParaRPr lang="en-GB" sz="1200" noProof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EFBC88-F132-3F61-2230-15D2AAF89ACA}"/>
              </a:ext>
            </a:extLst>
          </p:cNvPr>
          <p:cNvSpPr txBox="1"/>
          <p:nvPr/>
        </p:nvSpPr>
        <p:spPr>
          <a:xfrm>
            <a:off x="6630503" y="2140565"/>
            <a:ext cx="46611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Mediating Variable</a:t>
            </a:r>
          </a:p>
          <a:p>
            <a:r>
              <a:rPr lang="en-US" sz="1200" b="1">
                <a:highlight>
                  <a:srgbClr val="FFC000"/>
                </a:highlight>
              </a:rPr>
              <a:t>Mediating variables transmit the effect of an independent (or predictor) variable on a dependent (or response) variable</a:t>
            </a:r>
            <a:r>
              <a:rPr lang="en-US" sz="1200"/>
              <a:t>. They explain the process through which two variables are related. </a:t>
            </a:r>
            <a:endParaRPr lang="en-GB" sz="1200" noProof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A665D2-EA2E-205D-94DD-164E28CD9207}"/>
              </a:ext>
            </a:extLst>
          </p:cNvPr>
          <p:cNvSpPr txBox="1"/>
          <p:nvPr/>
        </p:nvSpPr>
        <p:spPr>
          <a:xfrm>
            <a:off x="3228339" y="3753115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Networks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AB233D-682F-46F6-951A-91F0EA248DCB}"/>
              </a:ext>
            </a:extLst>
          </p:cNvPr>
          <p:cNvSpPr txBox="1"/>
          <p:nvPr/>
        </p:nvSpPr>
        <p:spPr>
          <a:xfrm>
            <a:off x="8990397" y="3599101"/>
            <a:ext cx="108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Quality of work experience</a:t>
            </a:r>
          </a:p>
        </p:txBody>
      </p:sp>
    </p:spTree>
    <p:extLst>
      <p:ext uri="{BB962C8B-B14F-4D97-AF65-F5344CB8AC3E}">
        <p14:creationId xmlns:p14="http://schemas.microsoft.com/office/powerpoint/2010/main" val="4115963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  <p:bldP spid="8" grpId="0"/>
      <p:bldP spid="14" grpId="0" animBg="1"/>
      <p:bldP spid="17" grpId="0" animBg="1"/>
      <p:bldP spid="18" grpId="0" animBg="1"/>
      <p:bldP spid="20" grpId="0"/>
      <p:bldP spid="30" grpId="0"/>
      <p:bldP spid="33" grpId="0" animBg="1"/>
      <p:bldP spid="50" grpId="0"/>
      <p:bldP spid="53" grpId="0"/>
      <p:bldP spid="54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C3DBE-A46D-CA3F-EA9B-CB4D59DB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92A21-7661-7F93-5532-2D753173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0244C23-81E8-BE12-AD64-3933FF1EBBC4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00B2EA9-2C3B-E4FE-8381-3034A74D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E76D6BC1-C936-6F00-B1CE-1B97AC5EEA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47E58A-55BA-AFFE-E4FB-6F3D0F7B7C8A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4AE6F35-699C-98E6-DAE6-DA7EC106B342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52AA7D2-2DF6-28A9-2052-49E7E5EAFE20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97A25A-84E9-DDF9-4556-E486D68C5950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990036-AC60-0A42-2C31-CDBD3A0DF355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6C387A-ACFA-A440-D683-5924EEC6A347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A6C5E4-1AA2-5529-D2CD-F466DACBED72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80B824-2113-9D56-5A4B-68F1A3DC3C86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91AAC5-06DD-357E-357F-C4F0E6D76BF2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CAB408-D868-0EEF-F510-D53B7123F07B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>
                  <a:solidFill>
                    <a:srgbClr val="FF5B5F"/>
                  </a:solidFill>
                </a:rPr>
                <a:t>Evaluation of the type of variables</a:t>
              </a:r>
              <a:endParaRPr lang="en-GB">
                <a:solidFill>
                  <a:srgbClr val="FF5B5F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99274A-CBD6-EB39-7961-91D9167D9E10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600">
                  <a:solidFill>
                    <a:srgbClr val="FF5B5F"/>
                  </a:solidFill>
                  <a:latin typeface="Aptos Black" panose="020B0004020202020204" pitchFamily="34" charset="0"/>
                </a:rPr>
                <a:t>2.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D9559BF-124A-D035-D57E-2529B69562F7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EB01BC-73F7-985F-4D58-F32B83831484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88698-5453-30CB-09A2-E18FCB386CFE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CCFC10-B55D-1264-56C1-987C79359BD5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FA84F7-4D9C-7A8D-B56C-5C26E8A9BB2D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31ADBE-CEE7-F065-B978-B814F61462E8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F1B1D3-EBF0-EFD5-1116-8AF2E4E80A18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045F52-FB14-A242-9BE7-2E46A11A21E4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0F6A340-EB8C-25E2-8EF0-E10FDEB1D48F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451784-6AAA-7D3F-C9EF-F80C62F2296D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C34333-1312-629B-23FB-BF91F2543F75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171D6E-980F-D388-1FB1-17BDC49EE3FD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9D6869E-9717-09EC-6C31-8613974F9A0E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323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52DB-32B3-9550-6DA0-7B5D1F6A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DBA4B-2274-4DA8-0E22-86A8E092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7A6E8E6-C8E7-CF14-A3B6-36147650EAB1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38145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3BCD3A6-515B-AFF3-E23C-A59A0A37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7345474-5813-01A3-82C0-6812AA31CD2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D5AC97-1899-3598-1BCE-FB5F9D63D210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CE2DCC-957B-CFB1-D5AE-94350D3C8F18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71D9B2-9A5B-3DD5-9DD9-F9C8E993825A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75FED72-4B4A-02CB-E1BF-7AF972AF83B9}"/>
              </a:ext>
            </a:extLst>
          </p:cNvPr>
          <p:cNvSpPr txBox="1"/>
          <p:nvPr/>
        </p:nvSpPr>
        <p:spPr>
          <a:xfrm>
            <a:off x="891591" y="2111381"/>
            <a:ext cx="42138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Causality</a:t>
            </a:r>
            <a:endParaRPr lang="en-GB" sz="1400" b="1" noProof="0">
              <a:solidFill>
                <a:srgbClr val="FF0000"/>
              </a:solidFill>
            </a:endParaRPr>
          </a:p>
          <a:p>
            <a:r>
              <a:rPr lang="en-US" sz="1200"/>
              <a:t>A causal relationship reflects the expectation that variable X causes variable Y, that is, </a:t>
            </a:r>
            <a:r>
              <a:rPr lang="en-US" sz="1200" b="1">
                <a:highlight>
                  <a:srgbClr val="FFC000"/>
                </a:highlight>
              </a:rPr>
              <a:t>the relationship between cause and effect</a:t>
            </a:r>
            <a:r>
              <a:rPr lang="en-US" sz="1200"/>
              <a:t>.</a:t>
            </a:r>
          </a:p>
          <a:p>
            <a:endParaRPr lang="en-US" sz="1200"/>
          </a:p>
          <a:p>
            <a:r>
              <a:rPr lang="en-US" sz="1200"/>
              <a:t>A causal relationship involves not only correlation between variables, </a:t>
            </a:r>
            <a:r>
              <a:rPr lang="en-US" sz="1200" b="1">
                <a:highlight>
                  <a:srgbClr val="FFC000"/>
                </a:highlight>
              </a:rPr>
              <a:t>but also the mechanisms that produce these associations</a:t>
            </a:r>
            <a:r>
              <a:rPr lang="en-US" sz="1200"/>
              <a:t>.</a:t>
            </a:r>
            <a:endParaRPr lang="en-GB" sz="1200" b="1" u="sng" noProof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1275C8-8141-7279-A294-6329D8C90867}"/>
              </a:ext>
            </a:extLst>
          </p:cNvPr>
          <p:cNvSpPr/>
          <p:nvPr/>
        </p:nvSpPr>
        <p:spPr>
          <a:xfrm>
            <a:off x="6696112" y="3424785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784DA7-314C-761F-962C-7553D9C3FD48}"/>
              </a:ext>
            </a:extLst>
          </p:cNvPr>
          <p:cNvSpPr/>
          <p:nvPr/>
        </p:nvSpPr>
        <p:spPr>
          <a:xfrm>
            <a:off x="9982103" y="3439288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6D7786-DC72-768D-3FA2-208BF458DD44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7154510" y="3653984"/>
            <a:ext cx="2827593" cy="14503"/>
          </a:xfrm>
          <a:prstGeom prst="straightConnector1">
            <a:avLst/>
          </a:prstGeom>
          <a:ln w="9525">
            <a:solidFill>
              <a:srgbClr val="D2D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86B1AE-146D-186E-EAA8-B5DFF585390B}"/>
              </a:ext>
            </a:extLst>
          </p:cNvPr>
          <p:cNvSpPr txBox="1"/>
          <p:nvPr/>
        </p:nvSpPr>
        <p:spPr>
          <a:xfrm>
            <a:off x="6381750" y="3897686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Education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DDA1F-28F7-9607-F254-D39C6E901F1D}"/>
              </a:ext>
            </a:extLst>
          </p:cNvPr>
          <p:cNvSpPr txBox="1"/>
          <p:nvPr/>
        </p:nvSpPr>
        <p:spPr>
          <a:xfrm>
            <a:off x="9667741" y="3903306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Income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643631-EF3A-0B19-6342-F7AB8E804B0C}"/>
              </a:ext>
            </a:extLst>
          </p:cNvPr>
          <p:cNvSpPr txBox="1"/>
          <p:nvPr/>
        </p:nvSpPr>
        <p:spPr>
          <a:xfrm>
            <a:off x="891590" y="3769294"/>
            <a:ext cx="509963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>
                <a:solidFill>
                  <a:srgbClr val="FF0000"/>
                </a:solidFill>
              </a:rPr>
              <a:t>Confounding Variables</a:t>
            </a:r>
          </a:p>
          <a:p>
            <a:r>
              <a:rPr lang="en-US" sz="1200"/>
              <a:t>When evaluating causal claims, it is crucial to </a:t>
            </a:r>
            <a:r>
              <a:rPr lang="en-US" sz="1200" b="1">
                <a:highlight>
                  <a:srgbClr val="FFC000"/>
                </a:highlight>
              </a:rPr>
              <a:t>assess the existence of an unmeasured third variable (Z) that may influence the outcome</a:t>
            </a:r>
            <a:r>
              <a:rPr lang="en-US" sz="1200"/>
              <a:t>.</a:t>
            </a:r>
          </a:p>
          <a:p>
            <a:r>
              <a:rPr lang="en-US" sz="1200"/>
              <a:t>In quantitative research, if a confounding variable is not measured, it may limit the ability to establish a causal relationship.</a:t>
            </a:r>
            <a:endParaRPr lang="en-GB" sz="1200" b="1" u="sng" noProof="0">
              <a:solidFill>
                <a:srgbClr val="FF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3A2E44-88B1-8B63-866D-C4BABD2BC2AC}"/>
              </a:ext>
            </a:extLst>
          </p:cNvPr>
          <p:cNvSpPr/>
          <p:nvPr/>
        </p:nvSpPr>
        <p:spPr>
          <a:xfrm>
            <a:off x="8280991" y="2111381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Z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45F4C3-7CF1-3DFD-F948-A79B6070C7F8}"/>
              </a:ext>
            </a:extLst>
          </p:cNvPr>
          <p:cNvCxnSpPr>
            <a:cxnSpLocks/>
            <a:stCxn id="20" idx="3"/>
            <a:endCxn id="2" idx="7"/>
          </p:cNvCxnSpPr>
          <p:nvPr/>
        </p:nvCxnSpPr>
        <p:spPr>
          <a:xfrm flipH="1">
            <a:off x="7087379" y="2502648"/>
            <a:ext cx="1260743" cy="989268"/>
          </a:xfrm>
          <a:prstGeom prst="straightConnector1">
            <a:avLst/>
          </a:prstGeom>
          <a:ln w="9525">
            <a:solidFill>
              <a:srgbClr val="D2D2D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85CBEE-B668-4976-3B67-B2B5782CA637}"/>
              </a:ext>
            </a:extLst>
          </p:cNvPr>
          <p:cNvCxnSpPr>
            <a:cxnSpLocks/>
            <a:stCxn id="20" idx="5"/>
            <a:endCxn id="3" idx="1"/>
          </p:cNvCxnSpPr>
          <p:nvPr/>
        </p:nvCxnSpPr>
        <p:spPr>
          <a:xfrm>
            <a:off x="8672258" y="2502648"/>
            <a:ext cx="1376976" cy="1003771"/>
          </a:xfrm>
          <a:prstGeom prst="straightConnector1">
            <a:avLst/>
          </a:prstGeom>
          <a:ln w="9525">
            <a:solidFill>
              <a:srgbClr val="D2D2D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A2786EC-A268-2F5C-04B4-BB3B80BA1F23}"/>
              </a:ext>
            </a:extLst>
          </p:cNvPr>
          <p:cNvSpPr txBox="1"/>
          <p:nvPr/>
        </p:nvSpPr>
        <p:spPr>
          <a:xfrm>
            <a:off x="891590" y="5147077"/>
            <a:ext cx="50996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b="1"/>
              <a:t>If the aim of the research is to test a causal claim about the relationship between two or more variables</a:t>
            </a:r>
            <a:r>
              <a:rPr lang="en-US" sz="1200">
                <a:solidFill>
                  <a:srgbClr val="D2D2D2"/>
                </a:solidFill>
              </a:rPr>
              <a:t>, the most appropriate methodological option is to conduct an experiment, since it provides greater control over potential unmeasured variable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954FD8-5196-A40E-97E1-A47573A8676A}"/>
              </a:ext>
            </a:extLst>
          </p:cNvPr>
          <p:cNvSpPr txBox="1"/>
          <p:nvPr/>
        </p:nvSpPr>
        <p:spPr>
          <a:xfrm>
            <a:off x="6381750" y="5147076"/>
            <a:ext cx="4974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b="1"/>
              <a:t>If the aim is not to test a causal claim, or if conducting an experiment is not feasible</a:t>
            </a:r>
            <a:r>
              <a:rPr lang="en-US" sz="1200">
                <a:solidFill>
                  <a:srgbClr val="D2D2D2"/>
                </a:solidFill>
              </a:rPr>
              <a:t>, it is possible to use survey methods, administrative records, or census data to evaluate hypotheses about relationships between variables.</a:t>
            </a:r>
            <a:endParaRPr kumimoji="0" lang="en-GB" sz="1200" b="1" i="0" u="sng" strike="noStrike" kern="1200" cap="none" spc="0" normalizeH="0" baseline="0" noProof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6084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  <p:bldP spid="14" grpId="0"/>
      <p:bldP spid="20" grpId="0" animBg="1"/>
      <p:bldP spid="57" grpId="0" build="allAtOnce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12E6-9ACC-E59C-BCB7-B5837423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3AC2-F763-D108-9F1D-227EB9F7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ACF3A68-7420-6411-DB92-2EC010759CB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39669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43502E-D8C6-47C9-05E4-00895FD1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7AF06E5-7A42-0AAC-B3FB-EECB2204E5D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5B4231-57FF-1586-4A13-9F5134C31C2A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9D3721-D53C-EC5E-0A07-1F95A57ACDD7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ts val="1600"/>
                </a:lnSpc>
                <a:defRPr/>
              </a:pPr>
              <a:r>
                <a:rPr lang="en-GB" sz="1600" b="1"/>
                <a:t>Introduction of Causal Schemes</a:t>
              </a:r>
              <a:endParaRPr lang="en-GB" sz="1600" b="1">
                <a:latin typeface="Corbel" panose="020B0503020204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4CBC77-A744-3D16-4C41-EBD562C3074B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3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215691E1-1DE2-8D3C-AC24-29B4544ADF94}"/>
              </a:ext>
            </a:extLst>
          </p:cNvPr>
          <p:cNvSpPr txBox="1"/>
          <p:nvPr/>
        </p:nvSpPr>
        <p:spPr>
          <a:xfrm>
            <a:off x="8099959" y="2056167"/>
            <a:ext cx="308368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The explanatory power of theory is greater than that of descriptive knowledge.</a:t>
            </a:r>
          </a:p>
          <a:p>
            <a:endParaRPr lang="en-GB" noProof="0"/>
          </a:p>
          <a:p>
            <a:r>
              <a:rPr lang="en-US">
                <a:solidFill>
                  <a:schemeClr val="tx1"/>
                </a:solidFill>
                <a:highlight>
                  <a:srgbClr val="FFC000"/>
                </a:highlight>
              </a:rPr>
              <a:t>A correlation may indicate causality, a relevant association, or a spurious association</a:t>
            </a:r>
            <a:r>
              <a:rPr lang="en-US" b="0">
                <a:solidFill>
                  <a:schemeClr val="tx1"/>
                </a:solidFill>
              </a:rPr>
              <a:t>. </a:t>
            </a:r>
          </a:p>
          <a:p>
            <a:endParaRPr lang="en-US" b="0">
              <a:solidFill>
                <a:schemeClr val="tx1"/>
              </a:solidFill>
            </a:endParaRPr>
          </a:p>
          <a:p>
            <a:r>
              <a:rPr lang="en-US" b="0">
                <a:solidFill>
                  <a:schemeClr val="tx1"/>
                </a:solidFill>
              </a:rPr>
              <a:t>Therefore, if the intention is to draw conclusions about an explanatory process, it is essential to have a credible causal identification strategy.</a:t>
            </a:r>
            <a:endParaRPr lang="en-GB" b="0" noProof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620741-673A-73BC-04CA-E889F7FAD38E}"/>
              </a:ext>
            </a:extLst>
          </p:cNvPr>
          <p:cNvSpPr txBox="1"/>
          <p:nvPr/>
        </p:nvSpPr>
        <p:spPr>
          <a:xfrm>
            <a:off x="2823630" y="2170392"/>
            <a:ext cx="3047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Searches for 'never </a:t>
            </a:r>
            <a:r>
              <a:rPr lang="en-US" sz="1200" b="1" spc="0" baseline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gonna</a:t>
            </a:r>
            <a:r>
              <a:rPr lang="en-US" sz="12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give you up'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B2A0E-AEA3-FC59-F449-36604E87D81B}"/>
              </a:ext>
            </a:extLst>
          </p:cNvPr>
          <p:cNvSpPr txBox="1"/>
          <p:nvPr/>
        </p:nvSpPr>
        <p:spPr>
          <a:xfrm>
            <a:off x="3720600" y="2434161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0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correlates with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03DB9-9EC8-E134-818C-5600A2F07B11}"/>
              </a:ext>
            </a:extLst>
          </p:cNvPr>
          <p:cNvSpPr txBox="1"/>
          <p:nvPr/>
        </p:nvSpPr>
        <p:spPr>
          <a:xfrm>
            <a:off x="3108710" y="2657770"/>
            <a:ext cx="2090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Tesla's stock price (TSLA)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8168D1-6E00-28D1-111D-2EA99F93A448}"/>
              </a:ext>
            </a:extLst>
          </p:cNvPr>
          <p:cNvSpPr txBox="1"/>
          <p:nvPr/>
        </p:nvSpPr>
        <p:spPr>
          <a:xfrm>
            <a:off x="1283397" y="5900694"/>
            <a:ext cx="3606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noProof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Spurious Correlations (tyle</a:t>
            </a:r>
            <a:r>
              <a:rPr lang="en-GB" sz="600" noProof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GB" sz="800" noProof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vigen.com)</a:t>
            </a:r>
            <a:endParaRPr lang="en-GB" sz="800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EBE1E56-9924-D82A-ED4A-FB7353950418}"/>
              </a:ext>
            </a:extLst>
          </p:cNvPr>
          <p:cNvSpPr/>
          <p:nvPr/>
        </p:nvSpPr>
        <p:spPr>
          <a:xfrm>
            <a:off x="2028085" y="4522265"/>
            <a:ext cx="4381500" cy="9525"/>
          </a:xfrm>
          <a:custGeom>
            <a:avLst/>
            <a:gdLst>
              <a:gd name="csX0" fmla="*/ 0 w 4381500"/>
              <a:gd name="csY0" fmla="*/ 0 h 9525"/>
              <a:gd name="csX1" fmla="*/ 4381500 w 4381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9525" cap="flat">
            <a:solidFill>
              <a:srgbClr val="9F9F9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134F5-97D1-418D-6DEB-8AFB7A228964}"/>
              </a:ext>
            </a:extLst>
          </p:cNvPr>
          <p:cNvSpPr txBox="1"/>
          <p:nvPr/>
        </p:nvSpPr>
        <p:spPr>
          <a:xfrm>
            <a:off x="1433356" y="4949267"/>
            <a:ext cx="2800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spc="0" baseline="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Relative volume of Google searches for 'never gonna give you up'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EE072-1F49-879A-525D-D3DF45D65972}"/>
              </a:ext>
            </a:extLst>
          </p:cNvPr>
          <p:cNvSpPr txBox="1"/>
          <p:nvPr/>
        </p:nvSpPr>
        <p:spPr>
          <a:xfrm>
            <a:off x="1433356" y="5101667"/>
            <a:ext cx="26693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spc="0" baseline="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(without quotes, in the United States) · Source: Google Trends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91693-F0ED-CF3D-FCCD-EA72DAD0168F}"/>
              </a:ext>
            </a:extLst>
          </p:cNvPr>
          <p:cNvSpPr txBox="1"/>
          <p:nvPr/>
        </p:nvSpPr>
        <p:spPr>
          <a:xfrm>
            <a:off x="1446001" y="5357620"/>
            <a:ext cx="27655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spc="0" baseline="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Opening price of Tesla (TSLA) on the first trading day of the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A69A5-6335-6E48-BDD3-885E175592DC}"/>
              </a:ext>
            </a:extLst>
          </p:cNvPr>
          <p:cNvSpPr txBox="1"/>
          <p:nvPr/>
        </p:nvSpPr>
        <p:spPr>
          <a:xfrm>
            <a:off x="1446001" y="5510020"/>
            <a:ext cx="1601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Source: </a:t>
            </a:r>
            <a:r>
              <a:rPr lang="en-US" sz="700" spc="0" baseline="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LSEG Analytics (Refinitiv)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D1B5-83B1-E79B-9B94-1AA28C57FD6D}"/>
              </a:ext>
            </a:extLst>
          </p:cNvPr>
          <p:cNvSpPr txBox="1"/>
          <p:nvPr/>
        </p:nvSpPr>
        <p:spPr>
          <a:xfrm>
            <a:off x="1442846" y="5675785"/>
            <a:ext cx="3382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0" spc="0" baseline="0">
                <a:ln/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2011-2023, r=0.945, r²=0.894, p&lt;0.01 · tylervigen.com/spurious/correlation/5160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4A45BF-D90B-62D4-13AC-D44A0B5B1B48}"/>
              </a:ext>
            </a:extLst>
          </p:cNvPr>
          <p:cNvSpPr/>
          <p:nvPr/>
        </p:nvSpPr>
        <p:spPr>
          <a:xfrm>
            <a:off x="1326201" y="5054207"/>
            <a:ext cx="142875" cy="9525"/>
          </a:xfrm>
          <a:custGeom>
            <a:avLst/>
            <a:gdLst>
              <a:gd name="csX0" fmla="*/ 0 w 142875"/>
              <a:gd name="csY0" fmla="*/ 0 h 9525"/>
              <a:gd name="csX1" fmla="*/ 142875 w 14287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6670" cap="flat">
            <a:solidFill>
              <a:schemeClr val="bg1">
                <a:lumMod val="95000"/>
              </a:schemeClr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F6073F3-28AD-1FE0-F0C3-F208C0743C65}"/>
              </a:ext>
            </a:extLst>
          </p:cNvPr>
          <p:cNvSpPr/>
          <p:nvPr/>
        </p:nvSpPr>
        <p:spPr>
          <a:xfrm>
            <a:off x="1294768" y="5022775"/>
            <a:ext cx="62865" cy="62865"/>
          </a:xfrm>
          <a:custGeom>
            <a:avLst/>
            <a:gdLst>
              <a:gd name="csX0" fmla="*/ 0 w 62865"/>
              <a:gd name="csY0" fmla="*/ 31432 h 62865"/>
              <a:gd name="csX1" fmla="*/ 31433 w 62865"/>
              <a:gd name="csY1" fmla="*/ 0 h 62865"/>
              <a:gd name="csX2" fmla="*/ 62865 w 62865"/>
              <a:gd name="csY2" fmla="*/ 31432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2"/>
                </a:moveTo>
                <a:lnTo>
                  <a:pt x="31433" y="0"/>
                </a:lnTo>
                <a:lnTo>
                  <a:pt x="62865" y="31432"/>
                </a:lnTo>
                <a:lnTo>
                  <a:pt x="31433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7AB4E85-28D3-7137-BD4E-7498AA531D73}"/>
              </a:ext>
            </a:extLst>
          </p:cNvPr>
          <p:cNvSpPr/>
          <p:nvPr/>
        </p:nvSpPr>
        <p:spPr>
          <a:xfrm>
            <a:off x="1294768" y="5022775"/>
            <a:ext cx="62865" cy="62865"/>
          </a:xfrm>
          <a:custGeom>
            <a:avLst/>
            <a:gdLst>
              <a:gd name="csX0" fmla="*/ 0 w 62865"/>
              <a:gd name="csY0" fmla="*/ 31432 h 62865"/>
              <a:gd name="csX1" fmla="*/ 31433 w 62865"/>
              <a:gd name="csY1" fmla="*/ 0 h 62865"/>
              <a:gd name="csX2" fmla="*/ 62865 w 62865"/>
              <a:gd name="csY2" fmla="*/ 31432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2"/>
                </a:moveTo>
                <a:lnTo>
                  <a:pt x="31433" y="0"/>
                </a:lnTo>
                <a:lnTo>
                  <a:pt x="62865" y="31432"/>
                </a:lnTo>
                <a:lnTo>
                  <a:pt x="31433" y="628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6194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7404C76-8F40-CD1A-F0D0-CE1878355552}"/>
              </a:ext>
            </a:extLst>
          </p:cNvPr>
          <p:cNvSpPr/>
          <p:nvPr/>
        </p:nvSpPr>
        <p:spPr>
          <a:xfrm>
            <a:off x="1321913" y="5453035"/>
            <a:ext cx="142875" cy="9525"/>
          </a:xfrm>
          <a:custGeom>
            <a:avLst/>
            <a:gdLst>
              <a:gd name="csX0" fmla="*/ 0 w 142875"/>
              <a:gd name="csY0" fmla="*/ 0 h 9525"/>
              <a:gd name="csX1" fmla="*/ 142875 w 14287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667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85CA3C-29FE-E70F-2B18-A4271A74A12E}"/>
              </a:ext>
            </a:extLst>
          </p:cNvPr>
          <p:cNvSpPr/>
          <p:nvPr/>
        </p:nvSpPr>
        <p:spPr>
          <a:xfrm>
            <a:off x="1295719" y="5426841"/>
            <a:ext cx="52387" cy="52387"/>
          </a:xfrm>
          <a:prstGeom prst="ellipse">
            <a:avLst/>
          </a:pr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7682CD-422A-C89B-C795-9F79ED89D2A8}"/>
              </a:ext>
            </a:extLst>
          </p:cNvPr>
          <p:cNvSpPr/>
          <p:nvPr/>
        </p:nvSpPr>
        <p:spPr>
          <a:xfrm>
            <a:off x="1295719" y="5426841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9205FD-952A-B669-1613-8509266D30CA}"/>
              </a:ext>
            </a:extLst>
          </p:cNvPr>
          <p:cNvSpPr txBox="1"/>
          <p:nvPr/>
        </p:nvSpPr>
        <p:spPr>
          <a:xfrm rot="16200000">
            <a:off x="716094" y="3609494"/>
            <a:ext cx="13885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Relative popularity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7066C1-36F8-4F67-0A55-DA30343CF76F}"/>
              </a:ext>
            </a:extLst>
          </p:cNvPr>
          <p:cNvSpPr txBox="1"/>
          <p:nvPr/>
        </p:nvSpPr>
        <p:spPr>
          <a:xfrm rot="5400000">
            <a:off x="6562375" y="3609494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Stock price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F2930B9-784A-F992-7646-64369E66D7DE}"/>
              </a:ext>
            </a:extLst>
          </p:cNvPr>
          <p:cNvSpPr/>
          <p:nvPr/>
        </p:nvSpPr>
        <p:spPr>
          <a:xfrm>
            <a:off x="2037610" y="3024458"/>
            <a:ext cx="4352925" cy="9525"/>
          </a:xfrm>
          <a:custGeom>
            <a:avLst/>
            <a:gdLst>
              <a:gd name="csX0" fmla="*/ 0 w 4352925"/>
              <a:gd name="csY0" fmla="*/ 0 h 9525"/>
              <a:gd name="csX1" fmla="*/ 4352925 w 43529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52925" h="9525">
                <a:moveTo>
                  <a:pt x="0" y="0"/>
                </a:moveTo>
                <a:lnTo>
                  <a:pt x="4352925" y="0"/>
                </a:lnTo>
              </a:path>
            </a:pathLst>
          </a:custGeom>
          <a:ln w="9525" cap="flat">
            <a:solidFill>
              <a:srgbClr val="F3F3F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BF8998-097F-4B5F-CE35-C02633D8FCE5}"/>
              </a:ext>
            </a:extLst>
          </p:cNvPr>
          <p:cNvSpPr txBox="1"/>
          <p:nvPr/>
        </p:nvSpPr>
        <p:spPr>
          <a:xfrm>
            <a:off x="1733308" y="2919715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60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1547C-B065-47F9-2D18-223C975AA9B8}"/>
              </a:ext>
            </a:extLst>
          </p:cNvPr>
          <p:cNvSpPr txBox="1"/>
          <p:nvPr/>
        </p:nvSpPr>
        <p:spPr>
          <a:xfrm>
            <a:off x="6394345" y="2919715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$383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B1CB89D-6594-0CC6-5D51-5BE5D3FAC9D9}"/>
              </a:ext>
            </a:extLst>
          </p:cNvPr>
          <p:cNvSpPr/>
          <p:nvPr/>
        </p:nvSpPr>
        <p:spPr>
          <a:xfrm>
            <a:off x="2037610" y="3380455"/>
            <a:ext cx="4352925" cy="9525"/>
          </a:xfrm>
          <a:custGeom>
            <a:avLst/>
            <a:gdLst>
              <a:gd name="csX0" fmla="*/ 0 w 4352925"/>
              <a:gd name="csY0" fmla="*/ 0 h 9525"/>
              <a:gd name="csX1" fmla="*/ 4352925 w 43529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52925" h="9525">
                <a:moveTo>
                  <a:pt x="0" y="0"/>
                </a:moveTo>
                <a:lnTo>
                  <a:pt x="4352925" y="0"/>
                </a:lnTo>
              </a:path>
            </a:pathLst>
          </a:custGeom>
          <a:ln w="9525" cap="flat">
            <a:solidFill>
              <a:srgbClr val="F3F3F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A1A583-2E1F-3077-F2A9-C2386FB1FFE6}"/>
              </a:ext>
            </a:extLst>
          </p:cNvPr>
          <p:cNvSpPr txBox="1"/>
          <p:nvPr/>
        </p:nvSpPr>
        <p:spPr>
          <a:xfrm>
            <a:off x="1733308" y="3275712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49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1F5385-650E-634D-1367-58DF6D8A04CD}"/>
              </a:ext>
            </a:extLst>
          </p:cNvPr>
          <p:cNvSpPr txBox="1"/>
          <p:nvPr/>
        </p:nvSpPr>
        <p:spPr>
          <a:xfrm>
            <a:off x="6394345" y="3275712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$287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F16B114-B365-4049-E6B0-14E2E68A7785}"/>
              </a:ext>
            </a:extLst>
          </p:cNvPr>
          <p:cNvSpPr/>
          <p:nvPr/>
        </p:nvSpPr>
        <p:spPr>
          <a:xfrm>
            <a:off x="2037610" y="3736452"/>
            <a:ext cx="4352925" cy="9525"/>
          </a:xfrm>
          <a:custGeom>
            <a:avLst/>
            <a:gdLst>
              <a:gd name="csX0" fmla="*/ 0 w 4352925"/>
              <a:gd name="csY0" fmla="*/ 0 h 9525"/>
              <a:gd name="csX1" fmla="*/ 4352925 w 43529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52925" h="9525">
                <a:moveTo>
                  <a:pt x="0" y="0"/>
                </a:moveTo>
                <a:lnTo>
                  <a:pt x="4352925" y="0"/>
                </a:lnTo>
              </a:path>
            </a:pathLst>
          </a:custGeom>
          <a:ln w="9525" cap="flat">
            <a:solidFill>
              <a:srgbClr val="F3F3F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B2B434-1245-B3F2-39CF-913AA38E1C3A}"/>
              </a:ext>
            </a:extLst>
          </p:cNvPr>
          <p:cNvSpPr txBox="1"/>
          <p:nvPr/>
        </p:nvSpPr>
        <p:spPr>
          <a:xfrm>
            <a:off x="1733308" y="3631709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D871A3-0600-475A-99B6-A6D793EB5337}"/>
              </a:ext>
            </a:extLst>
          </p:cNvPr>
          <p:cNvSpPr txBox="1"/>
          <p:nvPr/>
        </p:nvSpPr>
        <p:spPr>
          <a:xfrm>
            <a:off x="6394345" y="3631709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$192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671D3CD-FF51-96EA-8093-A28A2C12978A}"/>
              </a:ext>
            </a:extLst>
          </p:cNvPr>
          <p:cNvSpPr/>
          <p:nvPr/>
        </p:nvSpPr>
        <p:spPr>
          <a:xfrm>
            <a:off x="2037610" y="4092449"/>
            <a:ext cx="4352925" cy="9525"/>
          </a:xfrm>
          <a:custGeom>
            <a:avLst/>
            <a:gdLst>
              <a:gd name="csX0" fmla="*/ 0 w 4352925"/>
              <a:gd name="csY0" fmla="*/ 0 h 9525"/>
              <a:gd name="csX1" fmla="*/ 4352925 w 43529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52925" h="9525">
                <a:moveTo>
                  <a:pt x="0" y="0"/>
                </a:moveTo>
                <a:lnTo>
                  <a:pt x="4352925" y="0"/>
                </a:lnTo>
              </a:path>
            </a:pathLst>
          </a:custGeom>
          <a:ln w="9525" cap="flat">
            <a:solidFill>
              <a:srgbClr val="F3F3F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012728-B7FB-493B-60BA-6FAADFA82145}"/>
              </a:ext>
            </a:extLst>
          </p:cNvPr>
          <p:cNvSpPr txBox="1"/>
          <p:nvPr/>
        </p:nvSpPr>
        <p:spPr>
          <a:xfrm>
            <a:off x="1733308" y="3987706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A81008-40F0-9A9D-4C17-FB97401C3465}"/>
              </a:ext>
            </a:extLst>
          </p:cNvPr>
          <p:cNvSpPr txBox="1"/>
          <p:nvPr/>
        </p:nvSpPr>
        <p:spPr>
          <a:xfrm>
            <a:off x="6394345" y="3987706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$97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BFC9F1-2D0D-4A0F-DC24-480E09FD2174}"/>
              </a:ext>
            </a:extLst>
          </p:cNvPr>
          <p:cNvSpPr txBox="1"/>
          <p:nvPr/>
        </p:nvSpPr>
        <p:spPr>
          <a:xfrm>
            <a:off x="1733308" y="4343703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40C869-92D8-12FB-71F4-47F11D76181D}"/>
              </a:ext>
            </a:extLst>
          </p:cNvPr>
          <p:cNvSpPr txBox="1"/>
          <p:nvPr/>
        </p:nvSpPr>
        <p:spPr>
          <a:xfrm>
            <a:off x="6394345" y="4343703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FF0000"/>
                </a:solidFill>
                <a:latin typeface="Arial"/>
                <a:cs typeface="Arial"/>
                <a:sym typeface="Arial"/>
                <a:rtl val="0"/>
              </a:rPr>
              <a:t>$2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D9961BD-2D94-29DE-9695-C2D80590256D}"/>
              </a:ext>
            </a:extLst>
          </p:cNvPr>
          <p:cNvSpPr/>
          <p:nvPr/>
        </p:nvSpPr>
        <p:spPr>
          <a:xfrm>
            <a:off x="2101903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 b="1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54545FC-8C96-CE5A-D19F-AED6BD0CFF5D}"/>
              </a:ext>
            </a:extLst>
          </p:cNvPr>
          <p:cNvSpPr/>
          <p:nvPr/>
        </p:nvSpPr>
        <p:spPr>
          <a:xfrm>
            <a:off x="2807547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09A3923-A66C-BF2B-E7BE-1B8D958A1ED4}"/>
              </a:ext>
            </a:extLst>
          </p:cNvPr>
          <p:cNvSpPr/>
          <p:nvPr/>
        </p:nvSpPr>
        <p:spPr>
          <a:xfrm>
            <a:off x="3513191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7AEE2A3-0868-6AA5-05D0-20CF446BFF17}"/>
              </a:ext>
            </a:extLst>
          </p:cNvPr>
          <p:cNvSpPr/>
          <p:nvPr/>
        </p:nvSpPr>
        <p:spPr>
          <a:xfrm>
            <a:off x="4218835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7444491-F6A9-4AAA-EFC1-98C800FFF5D4}"/>
              </a:ext>
            </a:extLst>
          </p:cNvPr>
          <p:cNvSpPr/>
          <p:nvPr/>
        </p:nvSpPr>
        <p:spPr>
          <a:xfrm>
            <a:off x="4924478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FC37EB3-E420-0497-8AEF-B3649C3283DC}"/>
              </a:ext>
            </a:extLst>
          </p:cNvPr>
          <p:cNvSpPr/>
          <p:nvPr/>
        </p:nvSpPr>
        <p:spPr>
          <a:xfrm>
            <a:off x="5630122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340B4F-1750-BF57-1B8D-619A30D489DF}"/>
              </a:ext>
            </a:extLst>
          </p:cNvPr>
          <p:cNvSpPr/>
          <p:nvPr/>
        </p:nvSpPr>
        <p:spPr>
          <a:xfrm>
            <a:off x="6335766" y="4522265"/>
            <a:ext cx="9525" cy="57150"/>
          </a:xfrm>
          <a:custGeom>
            <a:avLst/>
            <a:gdLst>
              <a:gd name="csX0" fmla="*/ 0 w 9525"/>
              <a:gd name="csY0" fmla="*/ 0 h 57150"/>
              <a:gd name="csX1" fmla="*/ 0 w 9525"/>
              <a:gd name="csY1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2189DB-878E-17FD-AAC5-1E8886DD011C}"/>
              </a:ext>
            </a:extLst>
          </p:cNvPr>
          <p:cNvSpPr txBox="1"/>
          <p:nvPr/>
        </p:nvSpPr>
        <p:spPr>
          <a:xfrm>
            <a:off x="1865816" y="4555851"/>
            <a:ext cx="472173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53434D-6011-91D5-6175-F74D13748E6F}"/>
              </a:ext>
            </a:extLst>
          </p:cNvPr>
          <p:cNvSpPr txBox="1"/>
          <p:nvPr/>
        </p:nvSpPr>
        <p:spPr>
          <a:xfrm>
            <a:off x="2567781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69E13D-76E2-28D1-2142-3E45B208E808}"/>
              </a:ext>
            </a:extLst>
          </p:cNvPr>
          <p:cNvSpPr txBox="1"/>
          <p:nvPr/>
        </p:nvSpPr>
        <p:spPr>
          <a:xfrm>
            <a:off x="3273425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2015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BF9883-EDDB-17C9-37B9-8E93AF75007B}"/>
              </a:ext>
            </a:extLst>
          </p:cNvPr>
          <p:cNvSpPr txBox="1"/>
          <p:nvPr/>
        </p:nvSpPr>
        <p:spPr>
          <a:xfrm>
            <a:off x="3979069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2017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3B1846-5C97-EBCC-B672-DF0E5D585338}"/>
              </a:ext>
            </a:extLst>
          </p:cNvPr>
          <p:cNvSpPr txBox="1"/>
          <p:nvPr/>
        </p:nvSpPr>
        <p:spPr>
          <a:xfrm>
            <a:off x="4684713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2019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859404-8500-05C8-CDAF-49D6442A864B}"/>
              </a:ext>
            </a:extLst>
          </p:cNvPr>
          <p:cNvSpPr txBox="1"/>
          <p:nvPr/>
        </p:nvSpPr>
        <p:spPr>
          <a:xfrm>
            <a:off x="5390356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4C1302-C801-C39A-BF56-5D31383D32E7}"/>
              </a:ext>
            </a:extLst>
          </p:cNvPr>
          <p:cNvSpPr txBox="1"/>
          <p:nvPr/>
        </p:nvSpPr>
        <p:spPr>
          <a:xfrm>
            <a:off x="6096000" y="4555851"/>
            <a:ext cx="479531" cy="24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2023</a:t>
            </a: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CE051E6F-0181-FEC4-DC54-4DC38F61BE2B}"/>
              </a:ext>
            </a:extLst>
          </p:cNvPr>
          <p:cNvSpPr/>
          <p:nvPr/>
        </p:nvSpPr>
        <p:spPr>
          <a:xfrm>
            <a:off x="2101903" y="4447922"/>
            <a:ext cx="352821" cy="523"/>
          </a:xfrm>
          <a:custGeom>
            <a:avLst/>
            <a:gdLst>
              <a:gd name="csX0" fmla="*/ 0 w 352821"/>
              <a:gd name="csY0" fmla="*/ 524 h 523"/>
              <a:gd name="csX1" fmla="*/ 352822 w 352821"/>
              <a:gd name="csY1" fmla="*/ 0 h 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523">
                <a:moveTo>
                  <a:pt x="0" y="524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B1CCFCD5-8507-B008-D4D8-680095B6976B}"/>
              </a:ext>
            </a:extLst>
          </p:cNvPr>
          <p:cNvSpPr/>
          <p:nvPr/>
        </p:nvSpPr>
        <p:spPr>
          <a:xfrm>
            <a:off x="2454725" y="4446426"/>
            <a:ext cx="352821" cy="1495"/>
          </a:xfrm>
          <a:custGeom>
            <a:avLst/>
            <a:gdLst>
              <a:gd name="csX0" fmla="*/ 0 w 352821"/>
              <a:gd name="csY0" fmla="*/ 1496 h 1495"/>
              <a:gd name="csX1" fmla="*/ 352822 w 352821"/>
              <a:gd name="csY1" fmla="*/ 0 h 1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495">
                <a:moveTo>
                  <a:pt x="0" y="1496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C2F75050-DA1D-4BE7-B0FC-BB683CA6611D}"/>
              </a:ext>
            </a:extLst>
          </p:cNvPr>
          <p:cNvSpPr/>
          <p:nvPr/>
        </p:nvSpPr>
        <p:spPr>
          <a:xfrm>
            <a:off x="2807547" y="4417781"/>
            <a:ext cx="352821" cy="28645"/>
          </a:xfrm>
          <a:custGeom>
            <a:avLst/>
            <a:gdLst>
              <a:gd name="csX0" fmla="*/ 0 w 352821"/>
              <a:gd name="csY0" fmla="*/ 28645 h 28645"/>
              <a:gd name="csX1" fmla="*/ 352822 w 352821"/>
              <a:gd name="csY1" fmla="*/ 0 h 28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28645">
                <a:moveTo>
                  <a:pt x="0" y="28645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615E95E-6049-2BEA-9D99-7FD17BD9C125}"/>
              </a:ext>
            </a:extLst>
          </p:cNvPr>
          <p:cNvSpPr/>
          <p:nvPr/>
        </p:nvSpPr>
        <p:spPr>
          <a:xfrm>
            <a:off x="3160369" y="4399570"/>
            <a:ext cx="352821" cy="18211"/>
          </a:xfrm>
          <a:custGeom>
            <a:avLst/>
            <a:gdLst>
              <a:gd name="csX0" fmla="*/ 0 w 352821"/>
              <a:gd name="csY0" fmla="*/ 18212 h 18211"/>
              <a:gd name="csX1" fmla="*/ 352822 w 352821"/>
              <a:gd name="csY1" fmla="*/ 0 h 182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8211">
                <a:moveTo>
                  <a:pt x="0" y="18212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F4F62DA-BA98-DF35-D49A-E1E1ADFC1566}"/>
              </a:ext>
            </a:extLst>
          </p:cNvPr>
          <p:cNvSpPr/>
          <p:nvPr/>
        </p:nvSpPr>
        <p:spPr>
          <a:xfrm>
            <a:off x="3513191" y="4397625"/>
            <a:ext cx="352821" cy="1944"/>
          </a:xfrm>
          <a:custGeom>
            <a:avLst/>
            <a:gdLst>
              <a:gd name="csX0" fmla="*/ 0 w 352821"/>
              <a:gd name="csY0" fmla="*/ 1945 h 1944"/>
              <a:gd name="csX1" fmla="*/ 352822 w 352821"/>
              <a:gd name="csY1" fmla="*/ 0 h 1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944">
                <a:moveTo>
                  <a:pt x="0" y="1945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2DBE36F7-36CC-2865-A824-A93EC2AA4008}"/>
              </a:ext>
            </a:extLst>
          </p:cNvPr>
          <p:cNvSpPr/>
          <p:nvPr/>
        </p:nvSpPr>
        <p:spPr>
          <a:xfrm>
            <a:off x="3866013" y="4397625"/>
            <a:ext cx="352821" cy="3963"/>
          </a:xfrm>
          <a:custGeom>
            <a:avLst/>
            <a:gdLst>
              <a:gd name="csX0" fmla="*/ 0 w 352821"/>
              <a:gd name="csY0" fmla="*/ 0 h 3963"/>
              <a:gd name="csX1" fmla="*/ 352822 w 352821"/>
              <a:gd name="csY1" fmla="*/ 3964 h 39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3963">
                <a:moveTo>
                  <a:pt x="0" y="0"/>
                </a:moveTo>
                <a:lnTo>
                  <a:pt x="352822" y="3964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0E74F707-B374-AB76-61B1-60AE874DBB78}"/>
              </a:ext>
            </a:extLst>
          </p:cNvPr>
          <p:cNvSpPr/>
          <p:nvPr/>
        </p:nvSpPr>
        <p:spPr>
          <a:xfrm>
            <a:off x="4218835" y="4377357"/>
            <a:ext cx="352821" cy="24232"/>
          </a:xfrm>
          <a:custGeom>
            <a:avLst/>
            <a:gdLst>
              <a:gd name="csX0" fmla="*/ 0 w 352821"/>
              <a:gd name="csY0" fmla="*/ 24232 h 24232"/>
              <a:gd name="csX1" fmla="*/ 352822 w 352821"/>
              <a:gd name="csY1" fmla="*/ 0 h 24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24232">
                <a:moveTo>
                  <a:pt x="0" y="24232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62BEC978-2D34-E2FD-A3A9-C0532719661D}"/>
              </a:ext>
            </a:extLst>
          </p:cNvPr>
          <p:cNvSpPr/>
          <p:nvPr/>
        </p:nvSpPr>
        <p:spPr>
          <a:xfrm>
            <a:off x="4571656" y="4377357"/>
            <a:ext cx="352822" cy="1458"/>
          </a:xfrm>
          <a:custGeom>
            <a:avLst/>
            <a:gdLst>
              <a:gd name="csX0" fmla="*/ 0 w 352822"/>
              <a:gd name="csY0" fmla="*/ 0 h 1458"/>
              <a:gd name="csX1" fmla="*/ 352822 w 352822"/>
              <a:gd name="csY1" fmla="*/ 1458 h 1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2" h="1458">
                <a:moveTo>
                  <a:pt x="0" y="0"/>
                </a:moveTo>
                <a:lnTo>
                  <a:pt x="352822" y="1458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DEF60C52-1ACA-D4C9-0902-729DD2D63392}"/>
              </a:ext>
            </a:extLst>
          </p:cNvPr>
          <p:cNvSpPr/>
          <p:nvPr/>
        </p:nvSpPr>
        <p:spPr>
          <a:xfrm>
            <a:off x="4924478" y="4349310"/>
            <a:ext cx="352821" cy="29505"/>
          </a:xfrm>
          <a:custGeom>
            <a:avLst/>
            <a:gdLst>
              <a:gd name="csX0" fmla="*/ 0 w 352821"/>
              <a:gd name="csY0" fmla="*/ 29505 h 29505"/>
              <a:gd name="csX1" fmla="*/ 352822 w 352821"/>
              <a:gd name="csY1" fmla="*/ 0 h 29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29505">
                <a:moveTo>
                  <a:pt x="0" y="29505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94B69447-C5E5-373F-ECF6-5146C75DFB3B}"/>
              </a:ext>
            </a:extLst>
          </p:cNvPr>
          <p:cNvSpPr/>
          <p:nvPr/>
        </p:nvSpPr>
        <p:spPr>
          <a:xfrm>
            <a:off x="5277300" y="3558318"/>
            <a:ext cx="352821" cy="790991"/>
          </a:xfrm>
          <a:custGeom>
            <a:avLst/>
            <a:gdLst>
              <a:gd name="csX0" fmla="*/ 0 w 352821"/>
              <a:gd name="csY0" fmla="*/ 790992 h 790991"/>
              <a:gd name="csX1" fmla="*/ 352822 w 352821"/>
              <a:gd name="csY1" fmla="*/ 0 h 790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790991">
                <a:moveTo>
                  <a:pt x="0" y="790992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36B95C8D-E25A-6C73-7EB4-B1FA77AB794C}"/>
              </a:ext>
            </a:extLst>
          </p:cNvPr>
          <p:cNvSpPr/>
          <p:nvPr/>
        </p:nvSpPr>
        <p:spPr>
          <a:xfrm>
            <a:off x="5630122" y="3024458"/>
            <a:ext cx="352822" cy="533859"/>
          </a:xfrm>
          <a:custGeom>
            <a:avLst/>
            <a:gdLst>
              <a:gd name="csX0" fmla="*/ 0 w 352822"/>
              <a:gd name="csY0" fmla="*/ 533860 h 533859"/>
              <a:gd name="csX1" fmla="*/ 352822 w 352822"/>
              <a:gd name="csY1" fmla="*/ 0 h 533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2" h="533859">
                <a:moveTo>
                  <a:pt x="0" y="533860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0275A813-93A5-3059-356F-52001A095E89}"/>
              </a:ext>
            </a:extLst>
          </p:cNvPr>
          <p:cNvSpPr/>
          <p:nvPr/>
        </p:nvSpPr>
        <p:spPr>
          <a:xfrm>
            <a:off x="5982944" y="3024458"/>
            <a:ext cx="352821" cy="987655"/>
          </a:xfrm>
          <a:custGeom>
            <a:avLst/>
            <a:gdLst>
              <a:gd name="csX0" fmla="*/ 0 w 352821"/>
              <a:gd name="csY0" fmla="*/ 0 h 987655"/>
              <a:gd name="csX1" fmla="*/ 352822 w 352821"/>
              <a:gd name="csY1" fmla="*/ 987656 h 987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987655">
                <a:moveTo>
                  <a:pt x="0" y="0"/>
                </a:moveTo>
                <a:lnTo>
                  <a:pt x="352822" y="987656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2C05E22-D51A-E07B-F462-5B5E416CC2B6}"/>
              </a:ext>
            </a:extLst>
          </p:cNvPr>
          <p:cNvSpPr/>
          <p:nvPr/>
        </p:nvSpPr>
        <p:spPr>
          <a:xfrm>
            <a:off x="2075710" y="4422252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 b="1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CCB4EC09-D0D4-4210-4F1D-62F0B0C013DB}"/>
              </a:ext>
            </a:extLst>
          </p:cNvPr>
          <p:cNvSpPr/>
          <p:nvPr/>
        </p:nvSpPr>
        <p:spPr>
          <a:xfrm>
            <a:off x="2428531" y="4421728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4B77F83C-AFEA-9D9D-0193-C15DB0B9A077}"/>
              </a:ext>
            </a:extLst>
          </p:cNvPr>
          <p:cNvSpPr/>
          <p:nvPr/>
        </p:nvSpPr>
        <p:spPr>
          <a:xfrm>
            <a:off x="2781353" y="4420233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03C9BC14-FD45-C07A-3FF4-42DE068333D9}"/>
              </a:ext>
            </a:extLst>
          </p:cNvPr>
          <p:cNvSpPr/>
          <p:nvPr/>
        </p:nvSpPr>
        <p:spPr>
          <a:xfrm>
            <a:off x="3134175" y="4391588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FF531E0-74ED-08DB-2A24-B9D596B13F0E}"/>
              </a:ext>
            </a:extLst>
          </p:cNvPr>
          <p:cNvSpPr/>
          <p:nvPr/>
        </p:nvSpPr>
        <p:spPr>
          <a:xfrm>
            <a:off x="3486997" y="4373376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E2E99AC-9F58-B709-733D-B522E03CC7EE}"/>
              </a:ext>
            </a:extLst>
          </p:cNvPr>
          <p:cNvSpPr/>
          <p:nvPr/>
        </p:nvSpPr>
        <p:spPr>
          <a:xfrm>
            <a:off x="3839819" y="4371431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5DF38042-61EC-7FCB-6960-56851F783FBB}"/>
              </a:ext>
            </a:extLst>
          </p:cNvPr>
          <p:cNvSpPr/>
          <p:nvPr/>
        </p:nvSpPr>
        <p:spPr>
          <a:xfrm>
            <a:off x="4192641" y="4375395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87D62F8-F040-8BB4-1861-6A77F93066FF}"/>
              </a:ext>
            </a:extLst>
          </p:cNvPr>
          <p:cNvSpPr/>
          <p:nvPr/>
        </p:nvSpPr>
        <p:spPr>
          <a:xfrm>
            <a:off x="4545463" y="4351163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2DBE7D2-2E3F-6DBD-FE34-88831EF058F1}"/>
              </a:ext>
            </a:extLst>
          </p:cNvPr>
          <p:cNvSpPr/>
          <p:nvPr/>
        </p:nvSpPr>
        <p:spPr>
          <a:xfrm>
            <a:off x="4898285" y="4352621"/>
            <a:ext cx="52387" cy="52387"/>
          </a:xfrm>
          <a:prstGeom prst="ellipse">
            <a:avLst/>
          </a:prstGeom>
          <a:solidFill>
            <a:srgbClr val="F7F7F7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1F936A60-751A-F6DA-DB67-C2CD282F9F0A}"/>
              </a:ext>
            </a:extLst>
          </p:cNvPr>
          <p:cNvSpPr/>
          <p:nvPr/>
        </p:nvSpPr>
        <p:spPr>
          <a:xfrm>
            <a:off x="4898285" y="4352621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15653931-9FDF-72BB-302E-37DBD176EA62}"/>
              </a:ext>
            </a:extLst>
          </p:cNvPr>
          <p:cNvSpPr/>
          <p:nvPr/>
        </p:nvSpPr>
        <p:spPr>
          <a:xfrm>
            <a:off x="5251106" y="4323116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E4A9CAFF-0D87-79E1-26E6-9511262F85D3}"/>
              </a:ext>
            </a:extLst>
          </p:cNvPr>
          <p:cNvSpPr/>
          <p:nvPr/>
        </p:nvSpPr>
        <p:spPr>
          <a:xfrm>
            <a:off x="5956750" y="2998265"/>
            <a:ext cx="52387" cy="52387"/>
          </a:xfrm>
          <a:prstGeom prst="ellipse">
            <a:avLst/>
          </a:prstGeom>
          <a:solidFill>
            <a:srgbClr val="FF0000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713FDB4E-6E08-ABF5-ABEA-8905134F18ED}"/>
              </a:ext>
            </a:extLst>
          </p:cNvPr>
          <p:cNvSpPr/>
          <p:nvPr/>
        </p:nvSpPr>
        <p:spPr>
          <a:xfrm>
            <a:off x="2101903" y="4244299"/>
            <a:ext cx="352821" cy="133578"/>
          </a:xfrm>
          <a:custGeom>
            <a:avLst/>
            <a:gdLst>
              <a:gd name="csX0" fmla="*/ 0 w 352821"/>
              <a:gd name="csY0" fmla="*/ 0 h 133578"/>
              <a:gd name="csX1" fmla="*/ 352822 w 352821"/>
              <a:gd name="csY1" fmla="*/ 133579 h 133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33578">
                <a:moveTo>
                  <a:pt x="0" y="0"/>
                </a:moveTo>
                <a:lnTo>
                  <a:pt x="352822" y="133579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1" name="Freeform: Shape 210">
            <a:extLst>
              <a:ext uri="{FF2B5EF4-FFF2-40B4-BE49-F238E27FC236}">
                <a16:creationId xmlns:a16="http://schemas.microsoft.com/office/drawing/2014/main" id="{29A4A172-DD83-C578-2BAB-57C39AF62E2C}"/>
              </a:ext>
            </a:extLst>
          </p:cNvPr>
          <p:cNvSpPr/>
          <p:nvPr/>
        </p:nvSpPr>
        <p:spPr>
          <a:xfrm>
            <a:off x="2454725" y="4377877"/>
            <a:ext cx="352821" cy="52927"/>
          </a:xfrm>
          <a:custGeom>
            <a:avLst/>
            <a:gdLst>
              <a:gd name="csX0" fmla="*/ 0 w 352821"/>
              <a:gd name="csY0" fmla="*/ 0 h 52927"/>
              <a:gd name="csX1" fmla="*/ 352822 w 352821"/>
              <a:gd name="csY1" fmla="*/ 52927 h 5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52927">
                <a:moveTo>
                  <a:pt x="0" y="0"/>
                </a:moveTo>
                <a:lnTo>
                  <a:pt x="352822" y="52927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3" name="Freeform: Shape 212">
            <a:extLst>
              <a:ext uri="{FF2B5EF4-FFF2-40B4-BE49-F238E27FC236}">
                <a16:creationId xmlns:a16="http://schemas.microsoft.com/office/drawing/2014/main" id="{67A74369-DCDC-FC51-BE38-807A13C42438}"/>
              </a:ext>
            </a:extLst>
          </p:cNvPr>
          <p:cNvSpPr/>
          <p:nvPr/>
        </p:nvSpPr>
        <p:spPr>
          <a:xfrm>
            <a:off x="2807547" y="4430804"/>
            <a:ext cx="352821" cy="17641"/>
          </a:xfrm>
          <a:custGeom>
            <a:avLst/>
            <a:gdLst>
              <a:gd name="csX0" fmla="*/ 0 w 352821"/>
              <a:gd name="csY0" fmla="*/ 0 h 17641"/>
              <a:gd name="csX1" fmla="*/ 352822 w 352821"/>
              <a:gd name="csY1" fmla="*/ 17641 h 17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7641">
                <a:moveTo>
                  <a:pt x="0" y="0"/>
                </a:moveTo>
                <a:lnTo>
                  <a:pt x="352822" y="17641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1ED6E315-398A-20B1-1CAD-2F33BF20187C}"/>
              </a:ext>
            </a:extLst>
          </p:cNvPr>
          <p:cNvSpPr/>
          <p:nvPr/>
        </p:nvSpPr>
        <p:spPr>
          <a:xfrm>
            <a:off x="3160369" y="4277065"/>
            <a:ext cx="352821" cy="171380"/>
          </a:xfrm>
          <a:custGeom>
            <a:avLst/>
            <a:gdLst>
              <a:gd name="csX0" fmla="*/ 0 w 352821"/>
              <a:gd name="csY0" fmla="*/ 171381 h 171380"/>
              <a:gd name="csX1" fmla="*/ 352822 w 352821"/>
              <a:gd name="csY1" fmla="*/ 0 h 171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171380">
                <a:moveTo>
                  <a:pt x="0" y="171381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5" name="Freeform: Shape 214">
            <a:extLst>
              <a:ext uri="{FF2B5EF4-FFF2-40B4-BE49-F238E27FC236}">
                <a16:creationId xmlns:a16="http://schemas.microsoft.com/office/drawing/2014/main" id="{DB70FF8F-B8FE-A22B-5C3A-9750EF1D2AB8}"/>
              </a:ext>
            </a:extLst>
          </p:cNvPr>
          <p:cNvSpPr/>
          <p:nvPr/>
        </p:nvSpPr>
        <p:spPr>
          <a:xfrm>
            <a:off x="3513191" y="4256901"/>
            <a:ext cx="352821" cy="20163"/>
          </a:xfrm>
          <a:custGeom>
            <a:avLst/>
            <a:gdLst>
              <a:gd name="csX0" fmla="*/ 0 w 352821"/>
              <a:gd name="csY0" fmla="*/ 20164 h 20163"/>
              <a:gd name="csX1" fmla="*/ 352822 w 352821"/>
              <a:gd name="csY1" fmla="*/ 0 h 20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20163">
                <a:moveTo>
                  <a:pt x="0" y="20164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F2B218B4-A028-4CF6-E907-FD5681A36FB9}"/>
              </a:ext>
            </a:extLst>
          </p:cNvPr>
          <p:cNvSpPr/>
          <p:nvPr/>
        </p:nvSpPr>
        <p:spPr>
          <a:xfrm>
            <a:off x="3866013" y="4251860"/>
            <a:ext cx="352821" cy="5041"/>
          </a:xfrm>
          <a:custGeom>
            <a:avLst/>
            <a:gdLst>
              <a:gd name="csX0" fmla="*/ 0 w 352821"/>
              <a:gd name="csY0" fmla="*/ 5042 h 5041"/>
              <a:gd name="csX1" fmla="*/ 352822 w 352821"/>
              <a:gd name="csY1" fmla="*/ 0 h 5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5041">
                <a:moveTo>
                  <a:pt x="0" y="5042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4" name="Freeform: Shape 243">
            <a:extLst>
              <a:ext uri="{FF2B5EF4-FFF2-40B4-BE49-F238E27FC236}">
                <a16:creationId xmlns:a16="http://schemas.microsoft.com/office/drawing/2014/main" id="{940A4135-55B2-963E-A815-BC330027294E}"/>
              </a:ext>
            </a:extLst>
          </p:cNvPr>
          <p:cNvSpPr/>
          <p:nvPr/>
        </p:nvSpPr>
        <p:spPr>
          <a:xfrm>
            <a:off x="4218835" y="4251860"/>
            <a:ext cx="352821" cy="63010"/>
          </a:xfrm>
          <a:custGeom>
            <a:avLst/>
            <a:gdLst>
              <a:gd name="csX0" fmla="*/ 0 w 352821"/>
              <a:gd name="csY0" fmla="*/ 0 h 63010"/>
              <a:gd name="csX1" fmla="*/ 352822 w 352821"/>
              <a:gd name="csY1" fmla="*/ 63010 h 63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63010">
                <a:moveTo>
                  <a:pt x="0" y="0"/>
                </a:moveTo>
                <a:lnTo>
                  <a:pt x="352822" y="63010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874B71F9-8EAD-37CD-2EC7-A9A4CF9054CB}"/>
              </a:ext>
            </a:extLst>
          </p:cNvPr>
          <p:cNvSpPr/>
          <p:nvPr/>
        </p:nvSpPr>
        <p:spPr>
          <a:xfrm>
            <a:off x="4571656" y="4314870"/>
            <a:ext cx="352822" cy="65526"/>
          </a:xfrm>
          <a:custGeom>
            <a:avLst/>
            <a:gdLst>
              <a:gd name="csX0" fmla="*/ 0 w 352822"/>
              <a:gd name="csY0" fmla="*/ 0 h 65526"/>
              <a:gd name="csX1" fmla="*/ 352822 w 352822"/>
              <a:gd name="csY1" fmla="*/ 65527 h 65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2" h="65526">
                <a:moveTo>
                  <a:pt x="0" y="0"/>
                </a:moveTo>
                <a:lnTo>
                  <a:pt x="352822" y="65527"/>
                </a:lnTo>
              </a:path>
            </a:pathLst>
          </a:custGeom>
          <a:noFill/>
          <a:ln w="12700" cap="flat">
            <a:solidFill>
              <a:srgbClr val="D2D2D2"/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111DDFA0-32AE-24FC-FF64-40DB969A049E}"/>
              </a:ext>
            </a:extLst>
          </p:cNvPr>
          <p:cNvSpPr/>
          <p:nvPr/>
        </p:nvSpPr>
        <p:spPr>
          <a:xfrm>
            <a:off x="4924478" y="3914137"/>
            <a:ext cx="352821" cy="466259"/>
          </a:xfrm>
          <a:custGeom>
            <a:avLst/>
            <a:gdLst>
              <a:gd name="csX0" fmla="*/ 0 w 352821"/>
              <a:gd name="csY0" fmla="*/ 466260 h 466259"/>
              <a:gd name="csX1" fmla="*/ 352822 w 352821"/>
              <a:gd name="csY1" fmla="*/ 0 h 4662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466259">
                <a:moveTo>
                  <a:pt x="0" y="466260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E4F1E14A-3862-2FEB-FAF4-1CC000E51103}"/>
              </a:ext>
            </a:extLst>
          </p:cNvPr>
          <p:cNvSpPr/>
          <p:nvPr/>
        </p:nvSpPr>
        <p:spPr>
          <a:xfrm>
            <a:off x="5277300" y="3563809"/>
            <a:ext cx="352821" cy="350328"/>
          </a:xfrm>
          <a:custGeom>
            <a:avLst/>
            <a:gdLst>
              <a:gd name="csX0" fmla="*/ 0 w 352821"/>
              <a:gd name="csY0" fmla="*/ 350328 h 350328"/>
              <a:gd name="csX1" fmla="*/ 352822 w 352821"/>
              <a:gd name="csY1" fmla="*/ 0 h 350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350328">
                <a:moveTo>
                  <a:pt x="0" y="350328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B3567378-7367-C6C9-5FFD-0E06F242D43A}"/>
              </a:ext>
            </a:extLst>
          </p:cNvPr>
          <p:cNvSpPr/>
          <p:nvPr/>
        </p:nvSpPr>
        <p:spPr>
          <a:xfrm>
            <a:off x="5982944" y="3024458"/>
            <a:ext cx="352821" cy="637643"/>
          </a:xfrm>
          <a:custGeom>
            <a:avLst/>
            <a:gdLst>
              <a:gd name="csX0" fmla="*/ 0 w 352821"/>
              <a:gd name="csY0" fmla="*/ 0 h 637643"/>
              <a:gd name="csX1" fmla="*/ 352822 w 352821"/>
              <a:gd name="csY1" fmla="*/ 637643 h 6376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1" h="637643">
                <a:moveTo>
                  <a:pt x="0" y="0"/>
                </a:moveTo>
                <a:lnTo>
                  <a:pt x="352822" y="637643"/>
                </a:ln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3273BB58-9CB6-2222-5BE1-061A316A5149}"/>
              </a:ext>
            </a:extLst>
          </p:cNvPr>
          <p:cNvSpPr/>
          <p:nvPr/>
        </p:nvSpPr>
        <p:spPr>
          <a:xfrm>
            <a:off x="2070471" y="4212866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 b="1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580C38DA-5C20-40DD-6F6B-9BD55669E7E6}"/>
              </a:ext>
            </a:extLst>
          </p:cNvPr>
          <p:cNvSpPr/>
          <p:nvPr/>
        </p:nvSpPr>
        <p:spPr>
          <a:xfrm>
            <a:off x="2070471" y="4212866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 b="1"/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25FD98D8-A86D-5039-E6CA-1264A2C5957C}"/>
              </a:ext>
            </a:extLst>
          </p:cNvPr>
          <p:cNvSpPr/>
          <p:nvPr/>
        </p:nvSpPr>
        <p:spPr>
          <a:xfrm>
            <a:off x="2423293" y="4346445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2 w 62864"/>
              <a:gd name="csY1" fmla="*/ 0 h 62865"/>
              <a:gd name="csX2" fmla="*/ 62865 w 62864"/>
              <a:gd name="csY2" fmla="*/ 31433 h 62865"/>
              <a:gd name="csX3" fmla="*/ 31432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A297F2F5-B5F8-9AC6-85D2-376CBFF4CBF0}"/>
              </a:ext>
            </a:extLst>
          </p:cNvPr>
          <p:cNvSpPr/>
          <p:nvPr/>
        </p:nvSpPr>
        <p:spPr>
          <a:xfrm>
            <a:off x="2423293" y="4346445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2 w 62864"/>
              <a:gd name="csY1" fmla="*/ 0 h 62865"/>
              <a:gd name="csX2" fmla="*/ 62865 w 62864"/>
              <a:gd name="csY2" fmla="*/ 31433 h 62865"/>
              <a:gd name="csX3" fmla="*/ 31432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F03F5232-5A97-1B79-6FBE-B6887A3F53A0}"/>
              </a:ext>
            </a:extLst>
          </p:cNvPr>
          <p:cNvSpPr/>
          <p:nvPr/>
        </p:nvSpPr>
        <p:spPr>
          <a:xfrm>
            <a:off x="2776115" y="4399372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2 w 62864"/>
              <a:gd name="csY1" fmla="*/ 0 h 62865"/>
              <a:gd name="csX2" fmla="*/ 62865 w 62864"/>
              <a:gd name="csY2" fmla="*/ 31433 h 62865"/>
              <a:gd name="csX3" fmla="*/ 31432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0320EF0F-4CFE-2F87-DE13-F8F093B68684}"/>
              </a:ext>
            </a:extLst>
          </p:cNvPr>
          <p:cNvSpPr/>
          <p:nvPr/>
        </p:nvSpPr>
        <p:spPr>
          <a:xfrm>
            <a:off x="2776115" y="4399372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2 w 62864"/>
              <a:gd name="csY1" fmla="*/ 0 h 62865"/>
              <a:gd name="csX2" fmla="*/ 62865 w 62864"/>
              <a:gd name="csY2" fmla="*/ 31433 h 62865"/>
              <a:gd name="csX3" fmla="*/ 31432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AE359470-5972-6133-8B69-D2647D885271}"/>
              </a:ext>
            </a:extLst>
          </p:cNvPr>
          <p:cNvSpPr/>
          <p:nvPr/>
        </p:nvSpPr>
        <p:spPr>
          <a:xfrm>
            <a:off x="3128936" y="4417013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D0B1EE2F-D606-9542-BD95-715A8BF7DD67}"/>
              </a:ext>
            </a:extLst>
          </p:cNvPr>
          <p:cNvSpPr/>
          <p:nvPr/>
        </p:nvSpPr>
        <p:spPr>
          <a:xfrm>
            <a:off x="3128936" y="4417013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89B48601-0D97-4250-F5F5-6C25897B7E04}"/>
              </a:ext>
            </a:extLst>
          </p:cNvPr>
          <p:cNvSpPr/>
          <p:nvPr/>
        </p:nvSpPr>
        <p:spPr>
          <a:xfrm>
            <a:off x="3481758" y="4245633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3 w 62864"/>
              <a:gd name="csY1" fmla="*/ 0 h 62865"/>
              <a:gd name="csX2" fmla="*/ 62865 w 62864"/>
              <a:gd name="csY2" fmla="*/ 31433 h 62865"/>
              <a:gd name="csX3" fmla="*/ 31433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C1D226B9-EF4C-74EA-FE54-39560646225F}"/>
              </a:ext>
            </a:extLst>
          </p:cNvPr>
          <p:cNvSpPr/>
          <p:nvPr/>
        </p:nvSpPr>
        <p:spPr>
          <a:xfrm>
            <a:off x="3481758" y="4245633"/>
            <a:ext cx="62864" cy="62865"/>
          </a:xfrm>
          <a:custGeom>
            <a:avLst/>
            <a:gdLst>
              <a:gd name="csX0" fmla="*/ 0 w 62864"/>
              <a:gd name="csY0" fmla="*/ 31433 h 62865"/>
              <a:gd name="csX1" fmla="*/ 31433 w 62864"/>
              <a:gd name="csY1" fmla="*/ 0 h 62865"/>
              <a:gd name="csX2" fmla="*/ 62865 w 62864"/>
              <a:gd name="csY2" fmla="*/ 31433 h 62865"/>
              <a:gd name="csX3" fmla="*/ 31433 w 62864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55549554-3099-92DD-CDEA-4A0ACD5E8C33}"/>
              </a:ext>
            </a:extLst>
          </p:cNvPr>
          <p:cNvSpPr/>
          <p:nvPr/>
        </p:nvSpPr>
        <p:spPr>
          <a:xfrm>
            <a:off x="3834580" y="4225469"/>
            <a:ext cx="62865" cy="62864"/>
          </a:xfrm>
          <a:custGeom>
            <a:avLst/>
            <a:gdLst>
              <a:gd name="csX0" fmla="*/ 0 w 62865"/>
              <a:gd name="csY0" fmla="*/ 31432 h 62864"/>
              <a:gd name="csX1" fmla="*/ 31433 w 62865"/>
              <a:gd name="csY1" fmla="*/ 0 h 62864"/>
              <a:gd name="csX2" fmla="*/ 62865 w 62865"/>
              <a:gd name="csY2" fmla="*/ 31432 h 62864"/>
              <a:gd name="csX3" fmla="*/ 31433 w 62865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4">
                <a:moveTo>
                  <a:pt x="0" y="31432"/>
                </a:moveTo>
                <a:lnTo>
                  <a:pt x="31433" y="0"/>
                </a:lnTo>
                <a:lnTo>
                  <a:pt x="62865" y="31432"/>
                </a:lnTo>
                <a:lnTo>
                  <a:pt x="31433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233CA64C-3B85-C8DA-6E68-2ABA9EB8B2D1}"/>
              </a:ext>
            </a:extLst>
          </p:cNvPr>
          <p:cNvSpPr/>
          <p:nvPr/>
        </p:nvSpPr>
        <p:spPr>
          <a:xfrm>
            <a:off x="3834580" y="4225469"/>
            <a:ext cx="62865" cy="62864"/>
          </a:xfrm>
          <a:custGeom>
            <a:avLst/>
            <a:gdLst>
              <a:gd name="csX0" fmla="*/ 0 w 62865"/>
              <a:gd name="csY0" fmla="*/ 31432 h 62864"/>
              <a:gd name="csX1" fmla="*/ 31433 w 62865"/>
              <a:gd name="csY1" fmla="*/ 0 h 62864"/>
              <a:gd name="csX2" fmla="*/ 62865 w 62865"/>
              <a:gd name="csY2" fmla="*/ 31432 h 62864"/>
              <a:gd name="csX3" fmla="*/ 31433 w 62865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4">
                <a:moveTo>
                  <a:pt x="0" y="31432"/>
                </a:moveTo>
                <a:lnTo>
                  <a:pt x="31433" y="0"/>
                </a:lnTo>
                <a:lnTo>
                  <a:pt x="62865" y="31432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93502C20-8222-B369-424D-4D069BDE0198}"/>
              </a:ext>
            </a:extLst>
          </p:cNvPr>
          <p:cNvSpPr/>
          <p:nvPr/>
        </p:nvSpPr>
        <p:spPr>
          <a:xfrm>
            <a:off x="4187402" y="4220427"/>
            <a:ext cx="62864" cy="62864"/>
          </a:xfrm>
          <a:custGeom>
            <a:avLst/>
            <a:gdLst>
              <a:gd name="csX0" fmla="*/ 0 w 62864"/>
              <a:gd name="csY0" fmla="*/ 31433 h 62864"/>
              <a:gd name="csX1" fmla="*/ 31432 w 62864"/>
              <a:gd name="csY1" fmla="*/ 0 h 62864"/>
              <a:gd name="csX2" fmla="*/ 62865 w 62864"/>
              <a:gd name="csY2" fmla="*/ 31433 h 62864"/>
              <a:gd name="csX3" fmla="*/ 31432 w 62864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4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1E9B1C6D-297E-E483-E6FF-43BF5F3B9998}"/>
              </a:ext>
            </a:extLst>
          </p:cNvPr>
          <p:cNvSpPr/>
          <p:nvPr/>
        </p:nvSpPr>
        <p:spPr>
          <a:xfrm>
            <a:off x="4187402" y="4220427"/>
            <a:ext cx="62864" cy="62864"/>
          </a:xfrm>
          <a:custGeom>
            <a:avLst/>
            <a:gdLst>
              <a:gd name="csX0" fmla="*/ 0 w 62864"/>
              <a:gd name="csY0" fmla="*/ 31433 h 62864"/>
              <a:gd name="csX1" fmla="*/ 31432 w 62864"/>
              <a:gd name="csY1" fmla="*/ 0 h 62864"/>
              <a:gd name="csX2" fmla="*/ 62865 w 62864"/>
              <a:gd name="csY2" fmla="*/ 31433 h 62864"/>
              <a:gd name="csX3" fmla="*/ 31432 w 62864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4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5045E9F8-058A-B859-B0A6-2CDFAFE6E09A}"/>
              </a:ext>
            </a:extLst>
          </p:cNvPr>
          <p:cNvSpPr/>
          <p:nvPr/>
        </p:nvSpPr>
        <p:spPr>
          <a:xfrm>
            <a:off x="4540224" y="4283438"/>
            <a:ext cx="62865" cy="62864"/>
          </a:xfrm>
          <a:custGeom>
            <a:avLst/>
            <a:gdLst>
              <a:gd name="csX0" fmla="*/ 0 w 62865"/>
              <a:gd name="csY0" fmla="*/ 31432 h 62864"/>
              <a:gd name="csX1" fmla="*/ 31432 w 62865"/>
              <a:gd name="csY1" fmla="*/ 0 h 62864"/>
              <a:gd name="csX2" fmla="*/ 62865 w 62865"/>
              <a:gd name="csY2" fmla="*/ 31432 h 62864"/>
              <a:gd name="csX3" fmla="*/ 31432 w 62865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4">
                <a:moveTo>
                  <a:pt x="0" y="31432"/>
                </a:moveTo>
                <a:lnTo>
                  <a:pt x="31432" y="0"/>
                </a:lnTo>
                <a:lnTo>
                  <a:pt x="62865" y="31432"/>
                </a:lnTo>
                <a:lnTo>
                  <a:pt x="31432" y="62865"/>
                </a:lnTo>
                <a:close/>
              </a:path>
            </a:pathLst>
          </a:custGeom>
          <a:solidFill>
            <a:srgbClr val="F7F7F7"/>
          </a:solidFill>
          <a:ln w="26194" cap="flat">
            <a:solidFill>
              <a:srgbClr val="F7F7F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AE81C15A-20FC-7DF4-B665-1B7209C37CBE}"/>
              </a:ext>
            </a:extLst>
          </p:cNvPr>
          <p:cNvSpPr/>
          <p:nvPr/>
        </p:nvSpPr>
        <p:spPr>
          <a:xfrm>
            <a:off x="4540224" y="4283438"/>
            <a:ext cx="62865" cy="62864"/>
          </a:xfrm>
          <a:custGeom>
            <a:avLst/>
            <a:gdLst>
              <a:gd name="csX0" fmla="*/ 0 w 62865"/>
              <a:gd name="csY0" fmla="*/ 31432 h 62864"/>
              <a:gd name="csX1" fmla="*/ 31432 w 62865"/>
              <a:gd name="csY1" fmla="*/ 0 h 62864"/>
              <a:gd name="csX2" fmla="*/ 62865 w 62865"/>
              <a:gd name="csY2" fmla="*/ 31432 h 62864"/>
              <a:gd name="csX3" fmla="*/ 31432 w 62865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4">
                <a:moveTo>
                  <a:pt x="0" y="31432"/>
                </a:moveTo>
                <a:lnTo>
                  <a:pt x="31432" y="0"/>
                </a:lnTo>
                <a:lnTo>
                  <a:pt x="62865" y="31432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19F6FA8E-4D25-4B40-4FF8-DB7368C5AC85}"/>
              </a:ext>
            </a:extLst>
          </p:cNvPr>
          <p:cNvSpPr/>
          <p:nvPr/>
        </p:nvSpPr>
        <p:spPr>
          <a:xfrm>
            <a:off x="6304333" y="3630669"/>
            <a:ext cx="62864" cy="62864"/>
          </a:xfrm>
          <a:custGeom>
            <a:avLst/>
            <a:gdLst>
              <a:gd name="csX0" fmla="*/ 0 w 62864"/>
              <a:gd name="csY0" fmla="*/ 31432 h 62864"/>
              <a:gd name="csX1" fmla="*/ 31432 w 62864"/>
              <a:gd name="csY1" fmla="*/ 0 h 62864"/>
              <a:gd name="csX2" fmla="*/ 62865 w 62864"/>
              <a:gd name="csY2" fmla="*/ 31432 h 62864"/>
              <a:gd name="csX3" fmla="*/ 31432 w 62864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4">
                <a:moveTo>
                  <a:pt x="0" y="31432"/>
                </a:moveTo>
                <a:lnTo>
                  <a:pt x="31432" y="0"/>
                </a:lnTo>
                <a:lnTo>
                  <a:pt x="62865" y="31432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12700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30449FA9-C733-CBF0-3ACB-28FC529797FF}"/>
              </a:ext>
            </a:extLst>
          </p:cNvPr>
          <p:cNvSpPr/>
          <p:nvPr/>
        </p:nvSpPr>
        <p:spPr>
          <a:xfrm>
            <a:off x="6309572" y="3985920"/>
            <a:ext cx="52387" cy="52387"/>
          </a:xfrm>
          <a:prstGeom prst="ellipse">
            <a:avLst/>
          </a:prstGeom>
          <a:solidFill>
            <a:srgbClr val="FF0000"/>
          </a:solidFill>
          <a:ln w="12700" cap="flat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2A2DC058-3511-6C92-A446-AB47619E9A3F}"/>
              </a:ext>
            </a:extLst>
          </p:cNvPr>
          <p:cNvSpPr/>
          <p:nvPr/>
        </p:nvSpPr>
        <p:spPr>
          <a:xfrm>
            <a:off x="5598690" y="3532376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2 w 62865"/>
              <a:gd name="csY1" fmla="*/ 0 h 62865"/>
              <a:gd name="csX2" fmla="*/ 62865 w 62865"/>
              <a:gd name="csY2" fmla="*/ 31433 h 62865"/>
              <a:gd name="csX3" fmla="*/ 31432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12700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1268EDB9-AF5F-EA37-AF58-11C8466BD375}"/>
              </a:ext>
            </a:extLst>
          </p:cNvPr>
          <p:cNvSpPr/>
          <p:nvPr/>
        </p:nvSpPr>
        <p:spPr>
          <a:xfrm>
            <a:off x="5630122" y="3024458"/>
            <a:ext cx="352822" cy="539350"/>
          </a:xfrm>
          <a:custGeom>
            <a:avLst/>
            <a:gdLst>
              <a:gd name="csX0" fmla="*/ 0 w 352822"/>
              <a:gd name="csY0" fmla="*/ 539350 h 539350"/>
              <a:gd name="csX1" fmla="*/ 352822 w 352822"/>
              <a:gd name="csY1" fmla="*/ 0 h 539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822" h="539350">
                <a:moveTo>
                  <a:pt x="0" y="539350"/>
                </a:moveTo>
                <a:lnTo>
                  <a:pt x="352822" y="0"/>
                </a:ln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custDash>
              <a:ds d="225000" sp="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F256A4E6-BE3C-56A5-3645-3D41BDDB2063}"/>
              </a:ext>
            </a:extLst>
          </p:cNvPr>
          <p:cNvSpPr/>
          <p:nvPr/>
        </p:nvSpPr>
        <p:spPr>
          <a:xfrm>
            <a:off x="5951511" y="2993026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12700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0AD57EA1-F1C1-BAEE-AB68-AB10C943DBFF}"/>
              </a:ext>
            </a:extLst>
          </p:cNvPr>
          <p:cNvSpPr/>
          <p:nvPr/>
        </p:nvSpPr>
        <p:spPr>
          <a:xfrm>
            <a:off x="5245868" y="3882705"/>
            <a:ext cx="62864" cy="62864"/>
          </a:xfrm>
          <a:custGeom>
            <a:avLst/>
            <a:gdLst>
              <a:gd name="csX0" fmla="*/ 0 w 62864"/>
              <a:gd name="csY0" fmla="*/ 31433 h 62864"/>
              <a:gd name="csX1" fmla="*/ 31432 w 62864"/>
              <a:gd name="csY1" fmla="*/ 0 h 62864"/>
              <a:gd name="csX2" fmla="*/ 62865 w 62864"/>
              <a:gd name="csY2" fmla="*/ 31433 h 62864"/>
              <a:gd name="csX3" fmla="*/ 31432 w 62864"/>
              <a:gd name="csY3" fmla="*/ 62865 h 62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4" h="62864">
                <a:moveTo>
                  <a:pt x="0" y="31433"/>
                </a:moveTo>
                <a:lnTo>
                  <a:pt x="31432" y="0"/>
                </a:lnTo>
                <a:lnTo>
                  <a:pt x="62865" y="31433"/>
                </a:lnTo>
                <a:lnTo>
                  <a:pt x="31432" y="62865"/>
                </a:lnTo>
                <a:close/>
              </a:path>
            </a:pathLst>
          </a:custGeom>
          <a:solidFill>
            <a:srgbClr val="D2D2D2"/>
          </a:solidFill>
          <a:ln w="12700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8" name="Freeform: Shape 277">
            <a:extLst>
              <a:ext uri="{FF2B5EF4-FFF2-40B4-BE49-F238E27FC236}">
                <a16:creationId xmlns:a16="http://schemas.microsoft.com/office/drawing/2014/main" id="{15455281-24A4-ECA7-ABA4-02CCCA041B49}"/>
              </a:ext>
            </a:extLst>
          </p:cNvPr>
          <p:cNvSpPr/>
          <p:nvPr/>
        </p:nvSpPr>
        <p:spPr>
          <a:xfrm>
            <a:off x="4893046" y="4348964"/>
            <a:ext cx="62865" cy="62865"/>
          </a:xfrm>
          <a:custGeom>
            <a:avLst/>
            <a:gdLst>
              <a:gd name="csX0" fmla="*/ 0 w 62865"/>
              <a:gd name="csY0" fmla="*/ 31433 h 62865"/>
              <a:gd name="csX1" fmla="*/ 31433 w 62865"/>
              <a:gd name="csY1" fmla="*/ 0 h 62865"/>
              <a:gd name="csX2" fmla="*/ 62865 w 62865"/>
              <a:gd name="csY2" fmla="*/ 31433 h 62865"/>
              <a:gd name="csX3" fmla="*/ 31433 w 62865"/>
              <a:gd name="csY3" fmla="*/ 62865 h 6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865" h="62865">
                <a:moveTo>
                  <a:pt x="0" y="31433"/>
                </a:moveTo>
                <a:lnTo>
                  <a:pt x="31433" y="0"/>
                </a:lnTo>
                <a:lnTo>
                  <a:pt x="62865" y="31433"/>
                </a:lnTo>
                <a:lnTo>
                  <a:pt x="31433" y="62865"/>
                </a:lnTo>
                <a:close/>
              </a:path>
            </a:pathLst>
          </a:custGeom>
          <a:solidFill>
            <a:srgbClr val="D2D2D2"/>
          </a:solidFill>
          <a:ln w="2619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8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5" grpId="0"/>
      <p:bldP spid="18" grpId="0"/>
      <p:bldP spid="19" grpId="0"/>
      <p:bldP spid="2" grpId="0"/>
      <p:bldP spid="3" grpId="0" animBg="1"/>
      <p:bldP spid="6" grpId="0"/>
      <p:bldP spid="7" grpId="0"/>
      <p:bldP spid="11" grpId="0"/>
      <p:bldP spid="14" grpId="0"/>
      <p:bldP spid="16" grpId="0"/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  <p:bldP spid="32" grpId="0"/>
      <p:bldP spid="33" grpId="0"/>
      <p:bldP spid="34" grpId="0" animBg="1"/>
      <p:bldP spid="35" grpId="0"/>
      <p:bldP spid="37" grpId="0"/>
      <p:bldP spid="38" grpId="0" animBg="1"/>
      <p:bldP spid="39" grpId="0"/>
      <p:bldP spid="40" grpId="0"/>
      <p:bldP spid="42" grpId="0" animBg="1"/>
      <p:bldP spid="43" grpId="0"/>
      <p:bldP spid="44" grpId="0"/>
      <p:bldP spid="45" grpId="0"/>
      <p:bldP spid="46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9" grpId="0"/>
      <p:bldP spid="60" grpId="0"/>
      <p:bldP spid="61" grpId="0"/>
      <p:bldP spid="62" grpId="0"/>
      <p:bldP spid="63" grpId="0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61" grpId="0" animBg="1"/>
      <p:bldP spid="191" grpId="0" animBg="1"/>
      <p:bldP spid="193" grpId="0" animBg="1"/>
      <p:bldP spid="195" grpId="0" animBg="1"/>
      <p:bldP spid="197" grpId="0" animBg="1"/>
      <p:bldP spid="199" grpId="0" animBg="1"/>
      <p:bldP spid="201" grpId="0" animBg="1"/>
      <p:bldP spid="203" grpId="0" animBg="1"/>
      <p:bldP spid="205" grpId="0" animBg="1"/>
      <p:bldP spid="209" grpId="0" animBg="1"/>
      <p:bldP spid="210" grpId="0" animBg="1"/>
      <p:bldP spid="211" grpId="0" animBg="1"/>
      <p:bldP spid="213" grpId="0" animBg="1"/>
      <p:bldP spid="214" grpId="0" animBg="1"/>
      <p:bldP spid="215" grpId="0" animBg="1"/>
      <p:bldP spid="226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4" grpId="0" animBg="1"/>
      <p:bldP spid="256" grpId="0" animBg="1"/>
      <p:bldP spid="257" grpId="0" animBg="1"/>
      <p:bldP spid="258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4CEFE-6921-A6D9-540C-6BF3B750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6B520-CB43-62F3-893C-E5DF9D3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5E9B672-6497-7F75-AAE0-DB72D1DCF785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54837AF-A995-1C66-5D93-C9C8C484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0741EED-E7BD-71B8-9C05-F1ECAB1C96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FB6568-5B49-C75F-C2A4-F8515B38BA13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D74B595-556C-B9DA-E7AC-5729DD8B1980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EB7FBA6-254F-3C48-195B-DA7E3FD9394F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03F295-28C0-100A-A8CA-37C3D5A1B449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75C0A5-FB0A-EB11-4DE7-A4C64F75AE0D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5055F24-74DA-053F-5062-9A62609A5FA0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3998B5-F0C1-33C3-9228-DA01F43CB3FD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8EBDD7-857F-7DC3-901B-78141E290060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C3CAE3B-B485-BF35-914C-EEE2FFAA118C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E4D5ED-B6A7-2501-EFC2-FA2B599E7736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32BF21-0574-DDA4-44C3-FCF70D857578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049DCE-1DB2-DA1C-B978-33A0F05DA7E4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79CC18-B23B-5BC9-3C38-6A0BDF16DCA8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C0AB65-A850-A378-3221-BD89A82A8A88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74BD83A-CC5F-0815-4779-6104D1CF0AB4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F11C31-5E33-DE52-6CA7-BF5C9113D55C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178042E-69A4-52D0-6210-97029753AA37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88A2195-73AA-6C20-3E72-6E050F631455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5A892C-6125-A2A3-12A1-6D94361EA439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439598-936B-2BFE-23DB-AC8E09B89DEE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F049D57-854D-EF0F-9BEB-2A914E8C689A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AF6D53-4E0D-D771-2FE8-DC6A6676B87B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9AAEA3-A687-8706-0738-DACC60D0FDC3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B095C74-7A30-0562-5AB7-F17E2955E20B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35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79E9-BC58-FA1F-B685-AEBB61E1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9B0-0CC3-054B-209A-1F2E32BD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77F2B471-C479-80EA-CD3C-8D221A30EFC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6329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02C8365-7A13-3284-C7C4-0A6D1D01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1681790-A3D6-06D2-0D6C-4899477B830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898695D-D5C9-1373-F057-076CC4A03961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AC1662-BFF8-9A5E-FE3E-8957BCB140DE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B88975-8571-BD8F-5522-759FDB3AADB2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C0DC0CD-3A97-A823-5CBB-1553C5180283}"/>
              </a:ext>
            </a:extLst>
          </p:cNvPr>
          <p:cNvSpPr txBox="1"/>
          <p:nvPr/>
        </p:nvSpPr>
        <p:spPr>
          <a:xfrm>
            <a:off x="891591" y="2111381"/>
            <a:ext cx="4213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How to Present a Causal Link?</a:t>
            </a:r>
            <a:endParaRPr lang="en-GB" sz="1400" b="1" noProof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4F8061-AE9B-829F-A32D-6F64E781E06C}"/>
              </a:ext>
            </a:extLst>
          </p:cNvPr>
          <p:cNvSpPr txBox="1"/>
          <p:nvPr/>
        </p:nvSpPr>
        <p:spPr>
          <a:xfrm>
            <a:off x="891590" y="2551826"/>
            <a:ext cx="307716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b="1">
                <a:solidFill>
                  <a:srgbClr val="FF0000"/>
                </a:solidFill>
              </a:rPr>
              <a:t>Use of Hypotheses</a:t>
            </a:r>
          </a:p>
          <a:p>
            <a:pPr lvl="0">
              <a:defRPr/>
            </a:pPr>
            <a:r>
              <a:rPr lang="en-US" sz="1050">
                <a:solidFill>
                  <a:schemeClr val="bg1">
                    <a:lumMod val="85000"/>
                  </a:schemeClr>
                </a:solidFill>
              </a:rPr>
              <a:t>Introduce the theory by using sets of hypotheses centred on the identified variables.</a:t>
            </a:r>
          </a:p>
          <a:p>
            <a:pPr lvl="0">
              <a:defRPr/>
            </a:pPr>
            <a:endParaRPr lang="en-US" sz="105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sz="1050" b="1">
                <a:highlight>
                  <a:srgbClr val="FFC000"/>
                </a:highlight>
              </a:rPr>
              <a:t>Main hypothesis</a:t>
            </a:r>
            <a:r>
              <a:rPr lang="en-US" sz="1050">
                <a:solidFill>
                  <a:schemeClr val="bg1">
                    <a:lumMod val="85000"/>
                  </a:schemeClr>
                </a:solidFill>
              </a:rPr>
              <a:t>: Higher levels of education (X) are associated with higher individual income (Y).</a:t>
            </a:r>
          </a:p>
          <a:p>
            <a:pPr lvl="0">
              <a:defRPr/>
            </a:pPr>
            <a:endParaRPr lang="en-US" sz="105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sz="1050" b="1">
                <a:highlight>
                  <a:srgbClr val="FFC000"/>
                </a:highlight>
              </a:rPr>
              <a:t>Mediating hypothesis</a:t>
            </a:r>
            <a:r>
              <a:rPr lang="en-US" sz="1050">
                <a:solidFill>
                  <a:schemeClr val="bg1">
                    <a:lumMod val="85000"/>
                  </a:schemeClr>
                </a:solidFill>
              </a:rPr>
              <a:t>: Parental income (Z) affects an individual’s level of education (X), which in turn influences their income (Y).</a:t>
            </a:r>
          </a:p>
          <a:p>
            <a:pPr lvl="0">
              <a:defRPr/>
            </a:pPr>
            <a:endParaRPr lang="en-US" sz="1050" b="1">
              <a:highlight>
                <a:srgbClr val="FFC000"/>
              </a:highlight>
            </a:endParaRPr>
          </a:p>
          <a:p>
            <a:pPr lvl="0">
              <a:defRPr/>
            </a:pPr>
            <a:r>
              <a:rPr lang="en-US" sz="1050" b="1">
                <a:highlight>
                  <a:srgbClr val="FFC000"/>
                </a:highlight>
              </a:rPr>
              <a:t>Confounding hypothesis</a:t>
            </a:r>
            <a:r>
              <a:rPr lang="en-US" sz="1050">
                <a:solidFill>
                  <a:schemeClr val="bg1">
                    <a:lumMod val="85000"/>
                  </a:schemeClr>
                </a:solidFill>
              </a:rPr>
              <a:t>: Parental income (Z) directly affects an individual’s income (Y), in addition to the influence of education (X).</a:t>
            </a: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212C0B-E527-A62A-7195-31C8177B19EC}"/>
              </a:ext>
            </a:extLst>
          </p:cNvPr>
          <p:cNvSpPr txBox="1"/>
          <p:nvPr/>
        </p:nvSpPr>
        <p:spPr>
          <a:xfrm>
            <a:off x="4452645" y="2551826"/>
            <a:ext cx="3077160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b="1">
                <a:solidFill>
                  <a:srgbClr val="FF0000"/>
                </a:solidFill>
              </a:rPr>
              <a:t>Conditional Statements</a:t>
            </a:r>
          </a:p>
          <a:p>
            <a:pPr lvl="0">
              <a:defRPr/>
            </a:pPr>
            <a:r>
              <a:rPr lang="en-US" sz="1100"/>
              <a:t>Provide an explanation of why independent variables are expected to influence or cause dependent variables.</a:t>
            </a:r>
          </a:p>
          <a:p>
            <a:pPr lvl="0"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i="1">
                <a:solidFill>
                  <a:schemeClr val="bg1">
                    <a:lumMod val="85000"/>
                  </a:schemeClr>
                </a:solidFill>
              </a:rPr>
              <a:t>If an individual’s level of education (X) increases, then their income (Y) will also increase.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sz="1050" i="1">
              <a:solidFill>
                <a:schemeClr val="bg1">
                  <a:lumMod val="8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i="1">
                <a:solidFill>
                  <a:schemeClr val="bg1">
                    <a:lumMod val="85000"/>
                  </a:schemeClr>
                </a:solidFill>
              </a:rPr>
              <a:t>Individuals with higher educational attainment express their skills and capabilities in professional and economic activities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sz="1050" i="1">
                <a:solidFill>
                  <a:schemeClr val="bg1">
                    <a:lumMod val="85000"/>
                  </a:schemeClr>
                </a:solidFill>
              </a:rPr>
              <a:t>which may further enhance their income. </a:t>
            </a:r>
          </a:p>
          <a:p>
            <a:pPr marL="1085850" lvl="2" indent="-171450">
              <a:buFont typeface="Arial" panose="020B0604020202020204" pitchFamily="34" charset="0"/>
              <a:buChar char="•"/>
              <a:defRPr/>
            </a:pPr>
            <a:r>
              <a:rPr lang="en-US" sz="1050" i="1">
                <a:solidFill>
                  <a:schemeClr val="bg1">
                    <a:lumMod val="85000"/>
                  </a:schemeClr>
                </a:solidFill>
              </a:rPr>
              <a:t>Additionally, higher parental income (Z) may influence the level of education obtained by their children, which subsequently affects their income.</a:t>
            </a:r>
            <a:endParaRPr kumimoji="0" lang="en-GB" sz="1050" i="1" u="none" strike="noStrike" kern="1200" cap="none" spc="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4FC721-1DCC-5DCA-3214-1971A6B6198F}"/>
              </a:ext>
            </a:extLst>
          </p:cNvPr>
          <p:cNvSpPr txBox="1"/>
          <p:nvPr/>
        </p:nvSpPr>
        <p:spPr>
          <a:xfrm>
            <a:off x="8159165" y="2551826"/>
            <a:ext cx="3470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b="1">
                <a:solidFill>
                  <a:srgbClr val="FF0000"/>
                </a:solidFill>
              </a:rPr>
              <a:t>Visual Models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13507F-F599-E4D5-919B-D152F7AB0C7B}"/>
              </a:ext>
            </a:extLst>
          </p:cNvPr>
          <p:cNvSpPr/>
          <p:nvPr/>
        </p:nvSpPr>
        <p:spPr>
          <a:xfrm>
            <a:off x="8260209" y="2983828"/>
            <a:ext cx="173799" cy="173799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49A84-9CCE-A31A-4034-34D6AE18705A}"/>
              </a:ext>
            </a:extLst>
          </p:cNvPr>
          <p:cNvSpPr txBox="1"/>
          <p:nvPr/>
        </p:nvSpPr>
        <p:spPr>
          <a:xfrm>
            <a:off x="8434008" y="2938108"/>
            <a:ext cx="30485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Place dependent variables on the right-hand side of the diagram and independent variables on the left.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F7A4250-68AF-02C9-69EA-353EC83A729F}"/>
              </a:ext>
            </a:extLst>
          </p:cNvPr>
          <p:cNvSpPr/>
          <p:nvPr/>
        </p:nvSpPr>
        <p:spPr>
          <a:xfrm>
            <a:off x="8260209" y="3662497"/>
            <a:ext cx="173799" cy="173799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4999CD-5544-4F22-C8BB-459F29DD9EDA}"/>
              </a:ext>
            </a:extLst>
          </p:cNvPr>
          <p:cNvSpPr txBox="1"/>
          <p:nvPr/>
        </p:nvSpPr>
        <p:spPr>
          <a:xfrm>
            <a:off x="8434008" y="3616777"/>
            <a:ext cx="30485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Use unidirectional arrows from each determining variable to each variable it influences.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0135116-4450-435F-17FC-E531B7E51784}"/>
              </a:ext>
            </a:extLst>
          </p:cNvPr>
          <p:cNvSpPr/>
          <p:nvPr/>
        </p:nvSpPr>
        <p:spPr>
          <a:xfrm>
            <a:off x="8260209" y="4308381"/>
            <a:ext cx="173799" cy="173799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CA32BC-62FF-7256-4A7E-DEB310727CFA}"/>
              </a:ext>
            </a:extLst>
          </p:cNvPr>
          <p:cNvSpPr txBox="1"/>
          <p:nvPr/>
        </p:nvSpPr>
        <p:spPr>
          <a:xfrm>
            <a:off x="8434008" y="4262661"/>
            <a:ext cx="30485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Indicate the strength and direction of relationships by inserting positive (+) or negative (–) valence signs.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9522AFA-BFC3-220B-4300-B1FB15B278A1}"/>
              </a:ext>
            </a:extLst>
          </p:cNvPr>
          <p:cNvSpPr/>
          <p:nvPr/>
        </p:nvSpPr>
        <p:spPr>
          <a:xfrm>
            <a:off x="8260209" y="4954265"/>
            <a:ext cx="173799" cy="173799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787314-1FDC-FCAD-D346-3AABF4F7EFD5}"/>
              </a:ext>
            </a:extLst>
          </p:cNvPr>
          <p:cNvSpPr txBox="1"/>
          <p:nvPr/>
        </p:nvSpPr>
        <p:spPr>
          <a:xfrm>
            <a:off x="8434008" y="4908545"/>
            <a:ext cx="3048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Use double‑headed arrows to represent </a:t>
            </a:r>
            <a:r>
              <a:rPr lang="en-US" sz="1100" err="1"/>
              <a:t>unanalysed</a:t>
            </a:r>
            <a:r>
              <a:rPr lang="en-US" sz="1100"/>
              <a:t> relationships between variables that do not depend on other relationships in the model.</a:t>
            </a:r>
          </a:p>
        </p:txBody>
      </p:sp>
    </p:spTree>
    <p:extLst>
      <p:ext uri="{BB962C8B-B14F-4D97-AF65-F5344CB8AC3E}">
        <p14:creationId xmlns:p14="http://schemas.microsoft.com/office/powerpoint/2010/main" val="215270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/>
      <p:bldP spid="17" grpId="0" build="allAtOnce"/>
      <p:bldP spid="23" grpId="0" build="allAtOnce"/>
      <p:bldP spid="24" grpId="0" build="allAtOnce"/>
      <p:bldP spid="2" grpId="0" animBg="1"/>
      <p:bldP spid="8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090F-B7FA-0286-6C9C-048B4E63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78B7-0CC5-B930-1088-0CD2E58A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F861193-EFAC-6B9E-1DD7-F574DD9E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1B57E85-5858-0761-CD50-15829E8E7B9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6D17E-C613-CA41-129C-02DD09E623DE}"/>
              </a:ext>
            </a:extLst>
          </p:cNvPr>
          <p:cNvSpPr txBox="1"/>
          <p:nvPr/>
        </p:nvSpPr>
        <p:spPr>
          <a:xfrm>
            <a:off x="891590" y="2373364"/>
            <a:ext cx="42024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b="1">
                <a:solidFill>
                  <a:srgbClr val="FF0000"/>
                </a:solidFill>
              </a:rPr>
              <a:t>Visual Models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BEAF50-4558-A795-72A6-24E391A4F570}"/>
              </a:ext>
            </a:extLst>
          </p:cNvPr>
          <p:cNvSpPr/>
          <p:nvPr/>
        </p:nvSpPr>
        <p:spPr>
          <a:xfrm>
            <a:off x="4976460" y="5045651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/>
              <a:t>X3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C4ABAED-77F3-9964-BFE9-1B9CBD742EF9}"/>
              </a:ext>
            </a:extLst>
          </p:cNvPr>
          <p:cNvSpPr/>
          <p:nvPr/>
        </p:nvSpPr>
        <p:spPr>
          <a:xfrm>
            <a:off x="4976460" y="2453575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/>
              <a:t>X1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8AA7B4-FCA8-F189-0D4B-D7A754420507}"/>
              </a:ext>
            </a:extLst>
          </p:cNvPr>
          <p:cNvSpPr/>
          <p:nvPr/>
        </p:nvSpPr>
        <p:spPr>
          <a:xfrm>
            <a:off x="4976460" y="3749613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/>
              <a:t>X2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53DA87-5B88-7074-3B7F-C15593E931B0}"/>
              </a:ext>
            </a:extLst>
          </p:cNvPr>
          <p:cNvSpPr txBox="1"/>
          <p:nvPr/>
        </p:nvSpPr>
        <p:spPr>
          <a:xfrm>
            <a:off x="4730678" y="5504049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Education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E30421-A0E4-BC7F-C2A7-4CEE96F5E861}"/>
              </a:ext>
            </a:extLst>
          </p:cNvPr>
          <p:cNvSpPr txBox="1"/>
          <p:nvPr/>
        </p:nvSpPr>
        <p:spPr>
          <a:xfrm>
            <a:off x="4665908" y="2188961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Gender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CEBD81-398E-13B8-F941-062C32FC6386}"/>
              </a:ext>
            </a:extLst>
          </p:cNvPr>
          <p:cNvSpPr txBox="1"/>
          <p:nvPr/>
        </p:nvSpPr>
        <p:spPr>
          <a:xfrm>
            <a:off x="4122347" y="3788840"/>
            <a:ext cx="108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Social</a:t>
            </a:r>
            <a:br>
              <a:rPr lang="en-GB" sz="900" b="1" noProof="0"/>
            </a:br>
            <a:r>
              <a:rPr lang="en-GB" sz="900" b="1" noProof="0"/>
              <a:t>norms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182A32-330B-1B25-12A9-2930D8A02020}"/>
              </a:ext>
            </a:extLst>
          </p:cNvPr>
          <p:cNvSpPr/>
          <p:nvPr/>
        </p:nvSpPr>
        <p:spPr>
          <a:xfrm>
            <a:off x="6184149" y="2977769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/>
              <a:t>Z1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ADFB06-81AE-B504-E325-5964FFACD187}"/>
              </a:ext>
            </a:extLst>
          </p:cNvPr>
          <p:cNvSpPr/>
          <p:nvPr/>
        </p:nvSpPr>
        <p:spPr>
          <a:xfrm>
            <a:off x="6184149" y="4556409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noProof="0"/>
              <a:t>Z2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085857-F032-9BAD-30DD-AAC32546C600}"/>
              </a:ext>
            </a:extLst>
          </p:cNvPr>
          <p:cNvCxnSpPr>
            <a:cxnSpLocks/>
            <a:stCxn id="25" idx="3"/>
            <a:endCxn id="2" idx="6"/>
          </p:cNvCxnSpPr>
          <p:nvPr/>
        </p:nvCxnSpPr>
        <p:spPr>
          <a:xfrm flipH="1">
            <a:off x="5434858" y="4947676"/>
            <a:ext cx="816422" cy="327174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04E445-6127-4542-3B5A-2C002B0F9DA0}"/>
              </a:ext>
            </a:extLst>
          </p:cNvPr>
          <p:cNvCxnSpPr>
            <a:cxnSpLocks/>
            <a:stCxn id="23" idx="1"/>
            <a:endCxn id="3" idx="6"/>
          </p:cNvCxnSpPr>
          <p:nvPr/>
        </p:nvCxnSpPr>
        <p:spPr>
          <a:xfrm flipH="1" flipV="1">
            <a:off x="5434858" y="2682774"/>
            <a:ext cx="816422" cy="362126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364F64-5876-5718-AD56-75CA50FCAF4A}"/>
              </a:ext>
            </a:extLst>
          </p:cNvPr>
          <p:cNvSpPr txBox="1"/>
          <p:nvPr/>
        </p:nvSpPr>
        <p:spPr>
          <a:xfrm>
            <a:off x="5893255" y="5042454"/>
            <a:ext cx="1063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Parental </a:t>
            </a:r>
            <a:br>
              <a:rPr lang="en-GB" sz="900" b="1" noProof="0"/>
            </a:br>
            <a:r>
              <a:rPr lang="en-GB" sz="900" b="1" noProof="0"/>
              <a:t>income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44497-A551-CD8D-AFC0-6BF08AB6DA65}"/>
              </a:ext>
            </a:extLst>
          </p:cNvPr>
          <p:cNvSpPr txBox="1"/>
          <p:nvPr/>
        </p:nvSpPr>
        <p:spPr>
          <a:xfrm>
            <a:off x="5881521" y="2451686"/>
            <a:ext cx="1063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 noProof="0"/>
              <a:t>Economic activity sector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66C805-1BD2-08E1-5303-333DBB05124E}"/>
              </a:ext>
            </a:extLst>
          </p:cNvPr>
          <p:cNvCxnSpPr>
            <a:cxnSpLocks/>
            <a:stCxn id="23" idx="3"/>
            <a:endCxn id="6" idx="7"/>
          </p:cNvCxnSpPr>
          <p:nvPr/>
        </p:nvCxnSpPr>
        <p:spPr>
          <a:xfrm flipH="1">
            <a:off x="5367727" y="3369036"/>
            <a:ext cx="883553" cy="447708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F87C67D-C623-279B-53B2-E5C2D1255BD5}"/>
              </a:ext>
            </a:extLst>
          </p:cNvPr>
          <p:cNvSpPr/>
          <p:nvPr/>
        </p:nvSpPr>
        <p:spPr>
          <a:xfrm>
            <a:off x="7935398" y="3743993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B50C21-3920-EDBF-CD4C-BEAF418713BE}"/>
              </a:ext>
            </a:extLst>
          </p:cNvPr>
          <p:cNvSpPr txBox="1"/>
          <p:nvPr/>
        </p:nvSpPr>
        <p:spPr>
          <a:xfrm>
            <a:off x="7621036" y="4208011"/>
            <a:ext cx="10871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1"/>
              <a:t>Income</a:t>
            </a:r>
            <a:endParaRPr lang="en-GB" sz="900" b="1" noProof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295182-2B57-DDC3-F69A-0D5B266FFF1D}"/>
              </a:ext>
            </a:extLst>
          </p:cNvPr>
          <p:cNvCxnSpPr>
            <a:cxnSpLocks/>
            <a:stCxn id="45" idx="1"/>
            <a:endCxn id="23" idx="6"/>
          </p:cNvCxnSpPr>
          <p:nvPr/>
        </p:nvCxnSpPr>
        <p:spPr>
          <a:xfrm flipH="1" flipV="1">
            <a:off x="6642547" y="3206968"/>
            <a:ext cx="1359982" cy="604156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D87F6B-5517-6348-7FCC-AAB2F53EF4F6}"/>
              </a:ext>
            </a:extLst>
          </p:cNvPr>
          <p:cNvCxnSpPr>
            <a:cxnSpLocks/>
            <a:stCxn id="45" idx="3"/>
            <a:endCxn id="25" idx="6"/>
          </p:cNvCxnSpPr>
          <p:nvPr/>
        </p:nvCxnSpPr>
        <p:spPr>
          <a:xfrm flipH="1">
            <a:off x="6642547" y="4135260"/>
            <a:ext cx="1359982" cy="650348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3CE18BB8-5522-7033-856D-111EC64E7817}"/>
              </a:ext>
            </a:extLst>
          </p:cNvPr>
          <p:cNvSpPr/>
          <p:nvPr/>
        </p:nvSpPr>
        <p:spPr>
          <a:xfrm>
            <a:off x="7178384" y="3395975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3BAE060-B60D-F6FC-336E-1DFC8A1122D7}"/>
              </a:ext>
            </a:extLst>
          </p:cNvPr>
          <p:cNvSpPr/>
          <p:nvPr/>
        </p:nvSpPr>
        <p:spPr>
          <a:xfrm>
            <a:off x="5711675" y="2763075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B722D32-DCF0-69BC-599E-46A972F1236B}"/>
              </a:ext>
            </a:extLst>
          </p:cNvPr>
          <p:cNvSpPr/>
          <p:nvPr/>
        </p:nvSpPr>
        <p:spPr>
          <a:xfrm>
            <a:off x="5711675" y="3540236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74DABDF-6E8B-0E5E-1491-FE55678FFB79}"/>
              </a:ext>
            </a:extLst>
          </p:cNvPr>
          <p:cNvSpPr/>
          <p:nvPr/>
        </p:nvSpPr>
        <p:spPr>
          <a:xfrm>
            <a:off x="7051841" y="3356900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C9745B4-FC40-B6BD-1ACC-B8BFF51BB355}"/>
              </a:ext>
            </a:extLst>
          </p:cNvPr>
          <p:cNvSpPr/>
          <p:nvPr/>
        </p:nvSpPr>
        <p:spPr>
          <a:xfrm>
            <a:off x="7121970" y="4468854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B8F785B-68B1-BC14-ABAE-299BB2C0FD31}"/>
              </a:ext>
            </a:extLst>
          </p:cNvPr>
          <p:cNvSpPr/>
          <p:nvPr/>
        </p:nvSpPr>
        <p:spPr>
          <a:xfrm>
            <a:off x="5717542" y="5075775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E8E62B9-4EAB-1351-2DFD-E9368EDF4595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6329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EDA608-21B3-B1B0-7B09-B5B923BDD794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690CCB-88EB-C8ED-98EE-3EA6455F203F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FBAE9B-0B06-2547-9F6F-39333B832A5F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DD6B08-B339-0EEA-E481-01B1397A4CA9}"/>
              </a:ext>
            </a:extLst>
          </p:cNvPr>
          <p:cNvSpPr txBox="1"/>
          <p:nvPr/>
        </p:nvSpPr>
        <p:spPr>
          <a:xfrm>
            <a:off x="891591" y="2111381"/>
            <a:ext cx="4213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How to Present a Causal Link?</a:t>
            </a:r>
            <a:endParaRPr lang="en-GB" sz="1400" b="1" noProof="0"/>
          </a:p>
        </p:txBody>
      </p:sp>
    </p:spTree>
    <p:extLst>
      <p:ext uri="{BB962C8B-B14F-4D97-AF65-F5344CB8AC3E}">
        <p14:creationId xmlns:p14="http://schemas.microsoft.com/office/powerpoint/2010/main" val="66849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19" grpId="0"/>
      <p:bldP spid="20" grpId="0"/>
      <p:bldP spid="22" grpId="0"/>
      <p:bldP spid="23" grpId="0" animBg="1"/>
      <p:bldP spid="25" grpId="0" animBg="1"/>
      <p:bldP spid="34" grpId="0"/>
      <p:bldP spid="35" grpId="0"/>
      <p:bldP spid="45" grpId="0" animBg="1"/>
      <p:bldP spid="46" grpId="0"/>
      <p:bldP spid="66" grpId="0" animBg="1"/>
      <p:bldP spid="67" grpId="0" animBg="1"/>
      <p:bldP spid="68" grpId="0" animBg="1"/>
      <p:bldP spid="70" grpId="0" animBg="1"/>
      <p:bldP spid="72" grpId="0" animBg="1"/>
      <p:bldP spid="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10FB-7B31-2CBA-0179-039F3AFB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8172-223E-F878-6CA9-9E520CB6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CA88BA9-11F1-730A-B7A4-1AA601CD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BFB6EA8-5B84-9D1D-7BD3-DD1BD2256C22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34108F-3EDC-3A63-6F41-562F1CF14DD1}"/>
              </a:ext>
            </a:extLst>
          </p:cNvPr>
          <p:cNvSpPr/>
          <p:nvPr/>
        </p:nvSpPr>
        <p:spPr>
          <a:xfrm>
            <a:off x="4586858" y="2437218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Institutional Standards for Tenure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E4D6CD-A0CF-CF63-B20E-512C69C0AB8F}"/>
              </a:ext>
            </a:extLst>
          </p:cNvPr>
          <p:cNvSpPr/>
          <p:nvPr/>
        </p:nvSpPr>
        <p:spPr>
          <a:xfrm>
            <a:off x="4586858" y="1805158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Demographic Variables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528050-F843-34C5-B307-8058D86357DA}"/>
              </a:ext>
            </a:extLst>
          </p:cNvPr>
          <p:cNvSpPr/>
          <p:nvPr/>
        </p:nvSpPr>
        <p:spPr>
          <a:xfrm>
            <a:off x="4586858" y="5509816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Type of Appointment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5A1D23-3149-29CA-858D-F211E15804A8}"/>
              </a:ext>
            </a:extLst>
          </p:cNvPr>
          <p:cNvSpPr/>
          <p:nvPr/>
        </p:nvSpPr>
        <p:spPr>
          <a:xfrm>
            <a:off x="4586858" y="5022847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Prior Research Training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95514B-4E8A-BE1B-397A-44738A45C88C}"/>
              </a:ext>
            </a:extLst>
          </p:cNvPr>
          <p:cNvSpPr/>
          <p:nvPr/>
        </p:nvSpPr>
        <p:spPr>
          <a:xfrm>
            <a:off x="4586858" y="4288913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Self‑perception as a Researcher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835358-CDBA-4881-FF62-374678C86A7A}"/>
              </a:ext>
            </a:extLst>
          </p:cNvPr>
          <p:cNvSpPr/>
          <p:nvPr/>
        </p:nvSpPr>
        <p:spPr>
          <a:xfrm>
            <a:off x="4586858" y="3566680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University Affiliation with Well‑being </a:t>
            </a:r>
            <a:r>
              <a:rPr lang="en-US" sz="900" err="1">
                <a:solidFill>
                  <a:schemeClr val="tx1"/>
                </a:solidFill>
              </a:rPr>
              <a:t>Centres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C76B7F-2EB0-83CD-47C0-26B26A427ED0}"/>
              </a:ext>
            </a:extLst>
          </p:cNvPr>
          <p:cNvSpPr/>
          <p:nvPr/>
        </p:nvSpPr>
        <p:spPr>
          <a:xfrm>
            <a:off x="4586858" y="3063835"/>
            <a:ext cx="1466850" cy="4381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Tenure Appointment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D785E3-3E4F-065E-6653-2444BD8B36CD}"/>
              </a:ext>
            </a:extLst>
          </p:cNvPr>
          <p:cNvSpPr/>
          <p:nvPr/>
        </p:nvSpPr>
        <p:spPr>
          <a:xfrm>
            <a:off x="7231412" y="2848721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Pressure to Conduct Research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8E62EA-6B02-58AB-BE3E-75476EAE75C2}"/>
              </a:ext>
            </a:extLst>
          </p:cNvPr>
          <p:cNvSpPr/>
          <p:nvPr/>
        </p:nvSpPr>
        <p:spPr>
          <a:xfrm>
            <a:off x="7231412" y="2299655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Workload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AA87193-F9AC-82E3-CA5E-6EFFF77F5135}"/>
              </a:ext>
            </a:extLst>
          </p:cNvPr>
          <p:cNvSpPr/>
          <p:nvPr/>
        </p:nvSpPr>
        <p:spPr>
          <a:xfrm>
            <a:off x="7231412" y="5194687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Departmental Support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6E4B002-BF54-36CD-EA1E-75320DF79068}"/>
              </a:ext>
            </a:extLst>
          </p:cNvPr>
          <p:cNvSpPr/>
          <p:nvPr/>
        </p:nvSpPr>
        <p:spPr>
          <a:xfrm>
            <a:off x="7231412" y="4645621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Support from Colleagues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4DD96B5-5738-6757-23CA-479B2E673E55}"/>
              </a:ext>
            </a:extLst>
          </p:cNvPr>
          <p:cNvSpPr/>
          <p:nvPr/>
        </p:nvSpPr>
        <p:spPr>
          <a:xfrm>
            <a:off x="7231412" y="3904334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Resources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9C58718-5841-04A1-5C2D-FE72194D3B67}"/>
              </a:ext>
            </a:extLst>
          </p:cNvPr>
          <p:cNvSpPr/>
          <p:nvPr/>
        </p:nvSpPr>
        <p:spPr>
          <a:xfrm>
            <a:off x="7231412" y="3391647"/>
            <a:ext cx="1466850" cy="438150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Collaboration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DBE1C83-9BA4-5B27-0037-3B4D862942D4}"/>
              </a:ext>
            </a:extLst>
          </p:cNvPr>
          <p:cNvSpPr/>
          <p:nvPr/>
        </p:nvSpPr>
        <p:spPr>
          <a:xfrm>
            <a:off x="9842628" y="1805157"/>
            <a:ext cx="1466850" cy="3928221"/>
          </a:xfrm>
          <a:prstGeom prst="roundRect">
            <a:avLst/>
          </a:prstGeom>
          <a:noFill/>
          <a:ln w="9525">
            <a:solidFill>
              <a:srgbClr val="F26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900" b="1" noProof="0">
                <a:solidFill>
                  <a:schemeClr val="tx1"/>
                </a:solidFill>
              </a:rPr>
              <a:t>Academic performance</a:t>
            </a:r>
          </a:p>
          <a:p>
            <a:endParaRPr lang="en-GB" sz="900" b="1" noProof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Presentations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Articles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Nook chapters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Grants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Professional networks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3922E8D-E163-A4C4-0120-7BFC6C802E6F}"/>
              </a:ext>
            </a:extLst>
          </p:cNvPr>
          <p:cNvSpPr/>
          <p:nvPr/>
        </p:nvSpPr>
        <p:spPr>
          <a:xfrm>
            <a:off x="9842628" y="2854534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31C481F-01BA-F097-B6FF-B5719CC588F1}"/>
              </a:ext>
            </a:extLst>
          </p:cNvPr>
          <p:cNvSpPr/>
          <p:nvPr/>
        </p:nvSpPr>
        <p:spPr>
          <a:xfrm>
            <a:off x="9842628" y="2305468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AAE8829-8262-65ED-28D0-3B9D1A7F10FA}"/>
              </a:ext>
            </a:extLst>
          </p:cNvPr>
          <p:cNvSpPr/>
          <p:nvPr/>
        </p:nvSpPr>
        <p:spPr>
          <a:xfrm>
            <a:off x="9842628" y="5200500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07B389A-DCB3-BCF5-D2EC-FB9961971BF6}"/>
              </a:ext>
            </a:extLst>
          </p:cNvPr>
          <p:cNvSpPr/>
          <p:nvPr/>
        </p:nvSpPr>
        <p:spPr>
          <a:xfrm>
            <a:off x="9842628" y="4651434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3EFF724-0E00-6F7F-FAEF-07FD4C87B19E}"/>
              </a:ext>
            </a:extLst>
          </p:cNvPr>
          <p:cNvSpPr/>
          <p:nvPr/>
        </p:nvSpPr>
        <p:spPr>
          <a:xfrm>
            <a:off x="9842628" y="3910147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012B2F2-D914-A690-9F51-BD51F803DA66}"/>
              </a:ext>
            </a:extLst>
          </p:cNvPr>
          <p:cNvSpPr/>
          <p:nvPr/>
        </p:nvSpPr>
        <p:spPr>
          <a:xfrm>
            <a:off x="9842628" y="3397460"/>
            <a:ext cx="1466850" cy="43815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BF5E189-AC38-9546-3C40-884FBDB36DF4}"/>
              </a:ext>
            </a:extLst>
          </p:cNvPr>
          <p:cNvCxnSpPr>
            <a:cxnSpLocks/>
            <a:stCxn id="43" idx="1"/>
            <a:endCxn id="30" idx="3"/>
          </p:cNvCxnSpPr>
          <p:nvPr/>
        </p:nvCxnSpPr>
        <p:spPr>
          <a:xfrm flipH="1" flipV="1">
            <a:off x="8698262" y="2518730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7A7868-2A42-B71C-E3A2-564CAE5D4154}"/>
              </a:ext>
            </a:extLst>
          </p:cNvPr>
          <p:cNvCxnSpPr>
            <a:cxnSpLocks/>
            <a:stCxn id="42" idx="1"/>
            <a:endCxn id="29" idx="3"/>
          </p:cNvCxnSpPr>
          <p:nvPr/>
        </p:nvCxnSpPr>
        <p:spPr>
          <a:xfrm flipH="1" flipV="1">
            <a:off x="8698262" y="3067796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1C502FA-32DA-E16D-838F-C849B201505A}"/>
              </a:ext>
            </a:extLst>
          </p:cNvPr>
          <p:cNvCxnSpPr>
            <a:cxnSpLocks/>
            <a:stCxn id="50" idx="1"/>
            <a:endCxn id="40" idx="3"/>
          </p:cNvCxnSpPr>
          <p:nvPr/>
        </p:nvCxnSpPr>
        <p:spPr>
          <a:xfrm flipH="1" flipV="1">
            <a:off x="8698262" y="3610722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D773EB1-9116-85F2-C8A3-250C6071204E}"/>
              </a:ext>
            </a:extLst>
          </p:cNvPr>
          <p:cNvCxnSpPr>
            <a:cxnSpLocks/>
            <a:stCxn id="49" idx="1"/>
            <a:endCxn id="39" idx="3"/>
          </p:cNvCxnSpPr>
          <p:nvPr/>
        </p:nvCxnSpPr>
        <p:spPr>
          <a:xfrm flipH="1" flipV="1">
            <a:off x="8698262" y="4123409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05835FA-6515-B50A-E651-535DFAC9EF2A}"/>
              </a:ext>
            </a:extLst>
          </p:cNvPr>
          <p:cNvCxnSpPr>
            <a:cxnSpLocks/>
            <a:stCxn id="48" idx="1"/>
            <a:endCxn id="37" idx="3"/>
          </p:cNvCxnSpPr>
          <p:nvPr/>
        </p:nvCxnSpPr>
        <p:spPr>
          <a:xfrm flipH="1" flipV="1">
            <a:off x="8698262" y="4864696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290DD38-C453-8923-BC00-6006D70013EF}"/>
              </a:ext>
            </a:extLst>
          </p:cNvPr>
          <p:cNvCxnSpPr>
            <a:cxnSpLocks/>
            <a:stCxn id="44" idx="1"/>
            <a:endCxn id="33" idx="3"/>
          </p:cNvCxnSpPr>
          <p:nvPr/>
        </p:nvCxnSpPr>
        <p:spPr>
          <a:xfrm flipH="1" flipV="1">
            <a:off x="8698262" y="5413762"/>
            <a:ext cx="1144366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9E952009-D6F6-74B9-E255-FA20515AAE8E}"/>
              </a:ext>
            </a:extLst>
          </p:cNvPr>
          <p:cNvCxnSpPr>
            <a:cxnSpLocks/>
            <a:stCxn id="15" idx="2"/>
            <a:endCxn id="41" idx="2"/>
          </p:cNvCxnSpPr>
          <p:nvPr/>
        </p:nvCxnSpPr>
        <p:spPr>
          <a:xfrm rot="5400000" flipH="1" flipV="1">
            <a:off x="7840874" y="3212787"/>
            <a:ext cx="214588" cy="5255770"/>
          </a:xfrm>
          <a:prstGeom prst="bentConnector3">
            <a:avLst>
              <a:gd name="adj1" fmla="val -106530"/>
            </a:avLst>
          </a:prstGeom>
          <a:ln w="9525">
            <a:solidFill>
              <a:srgbClr val="D2D2D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4365A7A-C103-D3E0-17A5-9FFCAA6DAB71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5320283" y="4727063"/>
            <a:ext cx="0" cy="295784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4AD3A0-13FE-EA3D-970F-BB44664427F6}"/>
              </a:ext>
            </a:extLst>
          </p:cNvPr>
          <p:cNvCxnSpPr>
            <a:cxnSpLocks/>
            <a:stCxn id="27" idx="2"/>
            <a:endCxn id="18" idx="0"/>
          </p:cNvCxnSpPr>
          <p:nvPr/>
        </p:nvCxnSpPr>
        <p:spPr>
          <a:xfrm>
            <a:off x="5320283" y="4004830"/>
            <a:ext cx="0" cy="28408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220FF55-D40F-6080-D2D5-313CBDD1DE6E}"/>
              </a:ext>
            </a:extLst>
          </p:cNvPr>
          <p:cNvCxnSpPr>
            <a:cxnSpLocks/>
            <a:stCxn id="18" idx="1"/>
            <a:endCxn id="28" idx="1"/>
          </p:cNvCxnSpPr>
          <p:nvPr/>
        </p:nvCxnSpPr>
        <p:spPr>
          <a:xfrm rot="10800000">
            <a:off x="4586858" y="3282910"/>
            <a:ext cx="12700" cy="1225078"/>
          </a:xfrm>
          <a:prstGeom prst="bentConnector3">
            <a:avLst>
              <a:gd name="adj1" fmla="val 1800000"/>
            </a:avLst>
          </a:prstGeom>
          <a:ln w="9525">
            <a:solidFill>
              <a:srgbClr val="D2D2D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66476F0-6FB3-6255-DA66-3968B617480D}"/>
              </a:ext>
            </a:extLst>
          </p:cNvPr>
          <p:cNvCxnSpPr>
            <a:cxnSpLocks/>
            <a:stCxn id="98" idx="1"/>
            <a:endCxn id="8" idx="1"/>
          </p:cNvCxnSpPr>
          <p:nvPr/>
        </p:nvCxnSpPr>
        <p:spPr>
          <a:xfrm rot="10800000">
            <a:off x="4586859" y="2656293"/>
            <a:ext cx="6349" cy="1982330"/>
          </a:xfrm>
          <a:prstGeom prst="bentConnector3">
            <a:avLst>
              <a:gd name="adj1" fmla="val 7526177"/>
            </a:avLst>
          </a:prstGeom>
          <a:ln w="9525">
            <a:solidFill>
              <a:srgbClr val="D2D2D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999287B1-738D-87F4-ED3B-C1B657445EB7}"/>
              </a:ext>
            </a:extLst>
          </p:cNvPr>
          <p:cNvSpPr/>
          <p:nvPr/>
        </p:nvSpPr>
        <p:spPr>
          <a:xfrm>
            <a:off x="4593207" y="4501363"/>
            <a:ext cx="390525" cy="274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A5C71FC-837A-1A20-DEB8-61BFD6C4E2D1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>
            <a:off x="6053708" y="2518730"/>
            <a:ext cx="1177704" cy="764180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C1841BE-ABBB-246C-BCEC-2783730E4658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6053708" y="3067796"/>
            <a:ext cx="1177704" cy="215114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B48D437-43F3-8CD7-0069-98930F319F5A}"/>
              </a:ext>
            </a:extLst>
          </p:cNvPr>
          <p:cNvCxnSpPr>
            <a:cxnSpLocks/>
            <a:stCxn id="40" idx="1"/>
            <a:endCxn id="28" idx="3"/>
          </p:cNvCxnSpPr>
          <p:nvPr/>
        </p:nvCxnSpPr>
        <p:spPr>
          <a:xfrm flipH="1" flipV="1">
            <a:off x="6053708" y="3282910"/>
            <a:ext cx="1177704" cy="327812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52C43C2-DA38-3572-6DAC-91D2390EF700}"/>
              </a:ext>
            </a:extLst>
          </p:cNvPr>
          <p:cNvCxnSpPr>
            <a:cxnSpLocks/>
            <a:stCxn id="39" idx="1"/>
            <a:endCxn id="28" idx="3"/>
          </p:cNvCxnSpPr>
          <p:nvPr/>
        </p:nvCxnSpPr>
        <p:spPr>
          <a:xfrm flipH="1" flipV="1">
            <a:off x="6053708" y="3282910"/>
            <a:ext cx="1177704" cy="840499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E307DF87-5A49-5696-5B2E-8FC6FA3A5036}"/>
              </a:ext>
            </a:extLst>
          </p:cNvPr>
          <p:cNvSpPr/>
          <p:nvPr/>
        </p:nvSpPr>
        <p:spPr>
          <a:xfrm>
            <a:off x="6594194" y="4353438"/>
            <a:ext cx="45719" cy="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34FD7EC-6250-39EA-AE0D-E2BB1B9FE732}"/>
              </a:ext>
            </a:extLst>
          </p:cNvPr>
          <p:cNvCxnSpPr>
            <a:cxnSpLocks/>
            <a:stCxn id="114" idx="0"/>
            <a:endCxn id="28" idx="3"/>
          </p:cNvCxnSpPr>
          <p:nvPr/>
        </p:nvCxnSpPr>
        <p:spPr>
          <a:xfrm flipH="1" flipV="1">
            <a:off x="6053708" y="3282910"/>
            <a:ext cx="563346" cy="1070528"/>
          </a:xfrm>
          <a:prstGeom prst="straightConnector1">
            <a:avLst/>
          </a:prstGeom>
          <a:ln w="9525">
            <a:solidFill>
              <a:srgbClr val="D2D2D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585A557-B4BE-AF2A-BF44-E461D9E980D8}"/>
              </a:ext>
            </a:extLst>
          </p:cNvPr>
          <p:cNvCxnSpPr>
            <a:cxnSpLocks/>
            <a:stCxn id="114" idx="4"/>
            <a:endCxn id="33" idx="1"/>
          </p:cNvCxnSpPr>
          <p:nvPr/>
        </p:nvCxnSpPr>
        <p:spPr>
          <a:xfrm rot="16200000" flipH="1">
            <a:off x="6394072" y="4576421"/>
            <a:ext cx="1060323" cy="614358"/>
          </a:xfrm>
          <a:prstGeom prst="bentConnector2">
            <a:avLst/>
          </a:prstGeom>
          <a:ln w="9525">
            <a:solidFill>
              <a:srgbClr val="D2D2D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1F8CB05-7BAB-1DB5-E1B5-00F4D3BFC522}"/>
              </a:ext>
            </a:extLst>
          </p:cNvPr>
          <p:cNvSpPr/>
          <p:nvPr/>
        </p:nvSpPr>
        <p:spPr>
          <a:xfrm>
            <a:off x="7229875" y="3581456"/>
            <a:ext cx="390525" cy="274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62AA1C7-BA4E-36DB-334A-B4D2140D10DC}"/>
              </a:ext>
            </a:extLst>
          </p:cNvPr>
          <p:cNvSpPr/>
          <p:nvPr/>
        </p:nvSpPr>
        <p:spPr>
          <a:xfrm>
            <a:off x="7229875" y="4044907"/>
            <a:ext cx="390525" cy="368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593B105-1ABB-55DB-4840-63F65F03EB31}"/>
              </a:ext>
            </a:extLst>
          </p:cNvPr>
          <p:cNvCxnSpPr>
            <a:cxnSpLocks/>
            <a:stCxn id="125" idx="1"/>
            <a:endCxn id="27" idx="3"/>
          </p:cNvCxnSpPr>
          <p:nvPr/>
        </p:nvCxnSpPr>
        <p:spPr>
          <a:xfrm flipH="1">
            <a:off x="6053708" y="3718716"/>
            <a:ext cx="1176167" cy="67039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9AF57778-11BE-E6FF-13F2-DA6A5873C3AC}"/>
              </a:ext>
            </a:extLst>
          </p:cNvPr>
          <p:cNvCxnSpPr>
            <a:cxnSpLocks/>
            <a:stCxn id="126" idx="1"/>
            <a:endCxn id="27" idx="3"/>
          </p:cNvCxnSpPr>
          <p:nvPr/>
        </p:nvCxnSpPr>
        <p:spPr>
          <a:xfrm flipH="1" flipV="1">
            <a:off x="6053708" y="3785755"/>
            <a:ext cx="1176167" cy="443490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F42BE10-6F1A-61FE-9D37-830F2D714520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6053708" y="2024233"/>
            <a:ext cx="3788920" cy="5813"/>
          </a:xfrm>
          <a:prstGeom prst="straightConnector1">
            <a:avLst/>
          </a:prstGeom>
          <a:ln w="9525">
            <a:solidFill>
              <a:srgbClr val="D2D2D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4671EA02-805A-3C6C-B230-C510D065AF41}"/>
              </a:ext>
            </a:extLst>
          </p:cNvPr>
          <p:cNvSpPr/>
          <p:nvPr/>
        </p:nvSpPr>
        <p:spPr>
          <a:xfrm>
            <a:off x="8275936" y="1960318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9E4F7AB3-D93B-2117-12FB-ABB2F0508ACA}"/>
              </a:ext>
            </a:extLst>
          </p:cNvPr>
          <p:cNvSpPr/>
          <p:nvPr/>
        </p:nvSpPr>
        <p:spPr>
          <a:xfrm>
            <a:off x="8447139" y="1954103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28570A7-1FDF-EB7A-C989-BBE0E2E28A54}"/>
              </a:ext>
            </a:extLst>
          </p:cNvPr>
          <p:cNvSpPr/>
          <p:nvPr/>
        </p:nvSpPr>
        <p:spPr>
          <a:xfrm>
            <a:off x="9200315" y="2446781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4D9DEEDC-7E59-79F6-E17F-034DAD81F591}"/>
              </a:ext>
            </a:extLst>
          </p:cNvPr>
          <p:cNvSpPr/>
          <p:nvPr/>
        </p:nvSpPr>
        <p:spPr>
          <a:xfrm>
            <a:off x="9200314" y="2995125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058A82D-33F6-B314-B74E-CEDD739068EA}"/>
              </a:ext>
            </a:extLst>
          </p:cNvPr>
          <p:cNvSpPr/>
          <p:nvPr/>
        </p:nvSpPr>
        <p:spPr>
          <a:xfrm>
            <a:off x="9200313" y="3529390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DD680F1-23E7-6793-22D7-1F2B03C490C0}"/>
              </a:ext>
            </a:extLst>
          </p:cNvPr>
          <p:cNvSpPr/>
          <p:nvPr/>
        </p:nvSpPr>
        <p:spPr>
          <a:xfrm>
            <a:off x="9203787" y="4075333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F080F9F-0FC4-DBFF-5702-13416E26EC42}"/>
              </a:ext>
            </a:extLst>
          </p:cNvPr>
          <p:cNvSpPr/>
          <p:nvPr/>
        </p:nvSpPr>
        <p:spPr>
          <a:xfrm>
            <a:off x="9203787" y="4794566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D59C47B-3661-15B0-409C-6085208C05A0}"/>
              </a:ext>
            </a:extLst>
          </p:cNvPr>
          <p:cNvSpPr/>
          <p:nvPr/>
        </p:nvSpPr>
        <p:spPr>
          <a:xfrm>
            <a:off x="9203787" y="5369542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F91F77A6-A51E-6343-555B-7C4D29A71FC3}"/>
              </a:ext>
            </a:extLst>
          </p:cNvPr>
          <p:cNvSpPr/>
          <p:nvPr/>
        </p:nvSpPr>
        <p:spPr>
          <a:xfrm>
            <a:off x="8275936" y="6104516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E37D315-ADB9-86C7-8E6C-57868F5F0F93}"/>
              </a:ext>
            </a:extLst>
          </p:cNvPr>
          <p:cNvSpPr/>
          <p:nvPr/>
        </p:nvSpPr>
        <p:spPr>
          <a:xfrm>
            <a:off x="8447139" y="6098301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9DFD600-4B78-E818-9D37-6EB7327A6CF8}"/>
              </a:ext>
            </a:extLst>
          </p:cNvPr>
          <p:cNvSpPr/>
          <p:nvPr/>
        </p:nvSpPr>
        <p:spPr>
          <a:xfrm>
            <a:off x="6815436" y="3078795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5CE1918-CFA8-0047-7A2C-85490B1A4448}"/>
              </a:ext>
            </a:extLst>
          </p:cNvPr>
          <p:cNvSpPr/>
          <p:nvPr/>
        </p:nvSpPr>
        <p:spPr>
          <a:xfrm>
            <a:off x="6815436" y="3441197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54449F5-2D6A-B2C1-BEFC-A36235992349}"/>
              </a:ext>
            </a:extLst>
          </p:cNvPr>
          <p:cNvSpPr/>
          <p:nvPr/>
        </p:nvSpPr>
        <p:spPr>
          <a:xfrm>
            <a:off x="6815435" y="3701113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534D441-0297-6B94-44C6-E90CF17EAA01}"/>
              </a:ext>
            </a:extLst>
          </p:cNvPr>
          <p:cNvSpPr/>
          <p:nvPr/>
        </p:nvSpPr>
        <p:spPr>
          <a:xfrm>
            <a:off x="6955694" y="3904334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4B97201-9034-A067-98B1-280CE350FDD5}"/>
              </a:ext>
            </a:extLst>
          </p:cNvPr>
          <p:cNvSpPr/>
          <p:nvPr/>
        </p:nvSpPr>
        <p:spPr>
          <a:xfrm>
            <a:off x="6815435" y="4075833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7AA4CE0-1725-845A-4434-353A92D8696F}"/>
              </a:ext>
            </a:extLst>
          </p:cNvPr>
          <p:cNvSpPr/>
          <p:nvPr/>
        </p:nvSpPr>
        <p:spPr>
          <a:xfrm>
            <a:off x="6809480" y="5346714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97A1BAB0-EF3E-8374-AC0A-79CF952C6A52}"/>
              </a:ext>
            </a:extLst>
          </p:cNvPr>
          <p:cNvSpPr/>
          <p:nvPr/>
        </p:nvSpPr>
        <p:spPr>
          <a:xfrm>
            <a:off x="5419223" y="4831783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EA1A595-9E65-D963-E6DE-AE1E2F2CDD03}"/>
              </a:ext>
            </a:extLst>
          </p:cNvPr>
          <p:cNvSpPr/>
          <p:nvPr/>
        </p:nvSpPr>
        <p:spPr>
          <a:xfrm>
            <a:off x="5419222" y="4118237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D03621A-08F2-038B-AD52-2BD86243E858}"/>
              </a:ext>
            </a:extLst>
          </p:cNvPr>
          <p:cNvSpPr/>
          <p:nvPr/>
        </p:nvSpPr>
        <p:spPr>
          <a:xfrm>
            <a:off x="6813280" y="2657644"/>
            <a:ext cx="140259" cy="140259"/>
          </a:xfrm>
          <a:prstGeom prst="ellipse">
            <a:avLst/>
          </a:prstGeom>
          <a:solidFill>
            <a:srgbClr val="DF1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-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6B578FA6-7693-4FBD-1B29-CF3D88BD254A}"/>
              </a:ext>
            </a:extLst>
          </p:cNvPr>
          <p:cNvSpPr/>
          <p:nvPr/>
        </p:nvSpPr>
        <p:spPr>
          <a:xfrm>
            <a:off x="4304380" y="3771242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F61B975-B417-1055-C703-871330667495}"/>
              </a:ext>
            </a:extLst>
          </p:cNvPr>
          <p:cNvSpPr/>
          <p:nvPr/>
        </p:nvSpPr>
        <p:spPr>
          <a:xfrm>
            <a:off x="4056074" y="3148924"/>
            <a:ext cx="140259" cy="140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noProof="0"/>
              <a:t>+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6B4DC65-AB49-3DC7-48F8-B6CD274EA70E}"/>
              </a:ext>
            </a:extLst>
          </p:cNvPr>
          <p:cNvSpPr txBox="1"/>
          <p:nvPr/>
        </p:nvSpPr>
        <p:spPr>
          <a:xfrm>
            <a:off x="4694132" y="1499373"/>
            <a:ext cx="1252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b="1" noProof="0"/>
              <a:t>Exogenous (x)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AAFDA5C-9FA6-CCFE-4C97-96B5D3435F14}"/>
              </a:ext>
            </a:extLst>
          </p:cNvPr>
          <p:cNvSpPr txBox="1"/>
          <p:nvPr/>
        </p:nvSpPr>
        <p:spPr>
          <a:xfrm>
            <a:off x="7284724" y="1415403"/>
            <a:ext cx="12522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b="1" noProof="0"/>
              <a:t>Independent endogenous (y) 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2FD800E-9D06-061A-987D-46C6F1838A4A}"/>
              </a:ext>
            </a:extLst>
          </p:cNvPr>
          <p:cNvSpPr txBox="1"/>
          <p:nvPr/>
        </p:nvSpPr>
        <p:spPr>
          <a:xfrm>
            <a:off x="9949905" y="1481692"/>
            <a:ext cx="12522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b="1" noProof="0"/>
              <a:t>Dependent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B8F2D83-6AE5-D145-650F-23E12BCC31F8}"/>
              </a:ext>
            </a:extLst>
          </p:cNvPr>
          <p:cNvSpPr txBox="1"/>
          <p:nvPr/>
        </p:nvSpPr>
        <p:spPr>
          <a:xfrm>
            <a:off x="829143" y="2684248"/>
            <a:ext cx="2465203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>
                <a:solidFill>
                  <a:srgbClr val="FF0000"/>
                </a:solidFill>
              </a:rPr>
              <a:t>What factors influence the academic research performance of a faculty member?</a:t>
            </a:r>
          </a:p>
          <a:p>
            <a:endParaRPr lang="en-GB" sz="1050" b="1" noProof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noProof="0"/>
              <a:t>After identifying these factors in the literature, the researcher adapted a theoretical framework.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noProof="0"/>
              <a:t>They developed a visual model representing the relationship among these factors, listing the independent variables on the far left, the intervening variables in the </a:t>
            </a:r>
            <a:r>
              <a:rPr lang="en-US" sz="900" noProof="0" err="1"/>
              <a:t>centre</a:t>
            </a:r>
            <a:r>
              <a:rPr lang="en-US" sz="900" noProof="0"/>
              <a:t>, and the dependent variables on the right.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noProof="0"/>
              <a:t>The direction of influence flowed from left to right, with plus (+) and minus (–) signs used to indicate the </a:t>
            </a:r>
            <a:r>
              <a:rPr lang="en-US" sz="900" noProof="0" err="1"/>
              <a:t>hypothesised</a:t>
            </a:r>
            <a:r>
              <a:rPr lang="en-US" sz="900" noProof="0"/>
              <a:t> direction of influence.</a:t>
            </a:r>
            <a:endParaRPr lang="en-GB" sz="900" b="1" noProof="0">
              <a:solidFill>
                <a:srgbClr val="DF102C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5C1A2BC-423F-9E3C-92CB-265DDD553C7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6329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DDDF43-A111-CD9D-4FFB-DCFB151DE1E0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A97A19-0E06-5B37-4E66-49AC960E284F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E47F4E-D417-9F36-2FD8-B7D8C23E5123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29E2DEC-0475-C397-9BF6-13354349DD1F}"/>
              </a:ext>
            </a:extLst>
          </p:cNvPr>
          <p:cNvSpPr txBox="1"/>
          <p:nvPr/>
        </p:nvSpPr>
        <p:spPr>
          <a:xfrm>
            <a:off x="891591" y="2111381"/>
            <a:ext cx="4213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How to Present a Causal Link?</a:t>
            </a:r>
            <a:endParaRPr lang="en-GB" sz="1400" b="1" noProof="0"/>
          </a:p>
        </p:txBody>
      </p:sp>
    </p:spTree>
    <p:extLst>
      <p:ext uri="{BB962C8B-B14F-4D97-AF65-F5344CB8AC3E}">
        <p14:creationId xmlns:p14="http://schemas.microsoft.com/office/powerpoint/2010/main" val="317907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  <p:bldP spid="17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7" grpId="0" animBg="1"/>
      <p:bldP spid="39" grpId="0" animBg="1"/>
      <p:bldP spid="40" grpId="0" animBg="1"/>
      <p:bldP spid="41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71" grpId="0" animBg="1"/>
      <p:bldP spid="172" grpId="0" animBg="1"/>
      <p:bldP spid="173" grpId="0" animBg="1"/>
      <p:bldP spid="175" grpId="0"/>
      <p:bldP spid="176" grpId="0"/>
      <p:bldP spid="1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D890B-709F-5D29-5A97-AF981736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6E52-6AFB-5238-7960-8BFD02B7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C4EA83A3-2A33-6329-D29D-FC4E11F1738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42B5951-C122-BA73-C425-18FE5DB6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2485CEB7-3485-62FC-37C0-AB9422C02E2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7C100A-7A3B-88B4-2A2D-91F840227B3B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73A9072-08FE-CB8B-5C51-1F992AEA0F8F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F7DC50B-AF3A-D005-868D-490185E1ACB8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291C7-F527-C6D2-6B25-E9D8811877D5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94070D-0A12-D1EF-04C5-DA82E7EE2D46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2605AA-ACD6-D715-5A26-D2543416DF3F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7F99B1-C17C-CF6D-3AC9-8BEADF113A33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3A80BF-C3DE-012F-24D6-10FDE2E583E6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8C77F5F-44A6-8C83-4AB5-DFB69B1481F5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712A42-3501-4380-9F48-481FDD700E79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96A6B1-7196-D61C-E364-8556582B3603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FA44BC2-D9B2-E6B9-0588-E15976A83F8E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DDC53E-4EAB-CE27-4CD9-5B07D314B8D0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5F758D-610C-69FB-D829-8E31590BA36E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720D21-9508-7BE9-2393-B6418C5E9498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20F456-6393-B833-9C43-11D31775DC56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GB" sz="1600" b="1">
                  <a:solidFill>
                    <a:srgbClr val="FF5B5F"/>
                  </a:solidFill>
                  <a:latin typeface="Aptos" panose="020B0004020202020204"/>
                </a:rPr>
                <a:t>Forms of presentation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D67E1B-6B1A-EBC6-296E-8D49F5DA9B44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CD9F8CA-5A15-6048-AF38-3A283822BC40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86EB52-F8FD-A13E-E4CC-05E4124FA6B7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D7AB15C-7C9E-DFBB-78C5-81227115820A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507592-0570-1BAB-BB74-B93438FCAB62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3BC9AA-6F70-DDD5-779D-45A117B4731A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0146A6-8726-BE14-6349-B3E91A4009FE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BEE2BCD-0CAB-3268-AB60-0F7AE0964C86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498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4B5D-B974-6A03-A9A0-531367F9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1F6B0-AD34-4BDA-CF4F-8F146D1E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798B2D8-BB06-E3E4-6FCE-29BF08640E85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532633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>
                <a:solidFill>
                  <a:srgbClr val="FF0000"/>
                </a:solidFill>
                <a:latin typeface="Aptos SemiBold" panose="020F0502020204030204" pitchFamily="34" charset="0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960DD51-55AC-B9E2-6380-25E1A58B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DA346D9-0FBE-AD79-B0AA-31C1F99A59EC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9841CB-A8EE-D916-0972-4F73365CB6AE}"/>
              </a:ext>
            </a:extLst>
          </p:cNvPr>
          <p:cNvGrpSpPr/>
          <p:nvPr/>
        </p:nvGrpSpPr>
        <p:grpSpPr>
          <a:xfrm>
            <a:off x="891590" y="1415403"/>
            <a:ext cx="1798270" cy="646331"/>
            <a:chOff x="4388828" y="2976142"/>
            <a:chExt cx="1798270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DEA72D-26B5-A32B-A61A-649F3A5EE6B9}"/>
                </a:ext>
              </a:extLst>
            </p:cNvPr>
            <p:cNvSpPr txBox="1"/>
            <p:nvPr/>
          </p:nvSpPr>
          <p:spPr>
            <a:xfrm>
              <a:off x="4982502" y="3045487"/>
              <a:ext cx="1204596" cy="508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92F02B-7BC4-671E-5AE2-014EAF3048F0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6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5</a:t>
              </a: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32F58C-53B0-451D-7ACF-9A387A637DE0}"/>
              </a:ext>
            </a:extLst>
          </p:cNvPr>
          <p:cNvSpPr txBox="1"/>
          <p:nvPr/>
        </p:nvSpPr>
        <p:spPr>
          <a:xfrm>
            <a:off x="891590" y="1992387"/>
            <a:ext cx="3232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noProof="0">
                <a:solidFill>
                  <a:srgbClr val="FF0000"/>
                </a:solidFill>
              </a:rPr>
              <a:t>How to Include Theory?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74B54-CAA2-4BC1-81AE-7365E2B30AAD}"/>
              </a:ext>
            </a:extLst>
          </p:cNvPr>
          <p:cNvSpPr txBox="1"/>
          <p:nvPr/>
        </p:nvSpPr>
        <p:spPr>
          <a:xfrm>
            <a:off x="891591" y="2389264"/>
            <a:ext cx="404909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/>
              <a:t>In quantitative studies, </a:t>
            </a:r>
            <a:r>
              <a:rPr lang="en-US" b="1">
                <a:highlight>
                  <a:srgbClr val="FFC000"/>
                </a:highlight>
              </a:rPr>
              <a:t>theory is used deductively and is placed near the beginning of the proposed study</a:t>
            </a:r>
            <a:r>
              <a:rPr lang="en-US"/>
              <a:t>. 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The aim is to test or verify a theory</a:t>
            </a:r>
            <a:r>
              <a:rPr lang="en-US"/>
              <a:t>: the researcher advances a theory, collects data to test it, and reflects on whether it is confirmed or disconfirmed.</a:t>
            </a:r>
          </a:p>
          <a:p>
            <a:endParaRPr lang="en-GB" noProof="0"/>
          </a:p>
          <a:p>
            <a:r>
              <a:rPr lang="en-US"/>
              <a:t>The theory becomes a framework for the entire study</a:t>
            </a:r>
            <a:r>
              <a:rPr lang="en-US" b="1"/>
              <a:t>, serving as an </a:t>
            </a:r>
            <a:r>
              <a:rPr lang="en-US" b="1" err="1"/>
              <a:t>organising</a:t>
            </a:r>
            <a:r>
              <a:rPr lang="en-US" b="1"/>
              <a:t> model for the research questions or hypotheses </a:t>
            </a:r>
            <a:r>
              <a:rPr lang="en-US"/>
              <a:t>and for the procedures of data collection.</a:t>
            </a:r>
          </a:p>
          <a:p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/>
              <a:t>The researcher </a:t>
            </a:r>
            <a:r>
              <a:rPr lang="en-US" sz="1100" b="1">
                <a:highlight>
                  <a:srgbClr val="FFC000"/>
                </a:highlight>
              </a:rPr>
              <a:t>tests or verifies a theory by examining hypotheses </a:t>
            </a:r>
            <a:r>
              <a:rPr lang="en-US" sz="1100"/>
              <a:t>or questions derived from it.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>
                <a:highlight>
                  <a:srgbClr val="FFC000"/>
                </a:highlight>
              </a:rPr>
              <a:t>These hypotheses or questions contain variables </a:t>
            </a:r>
            <a:r>
              <a:rPr lang="en-US" sz="1100"/>
              <a:t>(or constructs) that must be defined by the researcher.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D38B5E-91AB-D0D3-CFAF-0FBD76D89567}"/>
              </a:ext>
            </a:extLst>
          </p:cNvPr>
          <p:cNvGrpSpPr/>
          <p:nvPr/>
        </p:nvGrpSpPr>
        <p:grpSpPr>
          <a:xfrm>
            <a:off x="5820165" y="3338966"/>
            <a:ext cx="825430" cy="825430"/>
            <a:chOff x="10234551" y="2151076"/>
            <a:chExt cx="1248038" cy="124803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4CD0263-A391-7E1C-21C0-AC84EA4EAE0F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61EF7F-A422-9669-8868-869A9A0C7AED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GB" sz="1100" noProof="0">
                  <a:solidFill>
                    <a:schemeClr val="bg1"/>
                  </a:solidFill>
                </a:rPr>
                <a:t>Deductive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821510-608C-F17E-698B-97FF7CBFA6EF}"/>
                </a:ext>
              </a:extLst>
            </p:cNvPr>
            <p:cNvSpPr txBox="1"/>
            <p:nvPr/>
          </p:nvSpPr>
          <p:spPr>
            <a:xfrm>
              <a:off x="10437925" y="2775095"/>
              <a:ext cx="841290" cy="46355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660421"/>
                </a:avLst>
              </a:prstTxWarp>
              <a:spAutoFit/>
            </a:bodyPr>
            <a:lstStyle/>
            <a:p>
              <a:pPr algn="ctr"/>
              <a:r>
                <a:rPr lang="en-GB" noProof="0">
                  <a:solidFill>
                    <a:schemeClr val="bg1"/>
                  </a:solidFill>
                </a:rPr>
                <a:t>Approach</a:t>
              </a:r>
            </a:p>
          </p:txBody>
        </p:sp>
        <p:pic>
          <p:nvPicPr>
            <p:cNvPr id="30" name="Graphic 29" descr="Arrow circle with solid fill">
              <a:extLst>
                <a:ext uri="{FF2B5EF4-FFF2-40B4-BE49-F238E27FC236}">
                  <a16:creationId xmlns:a16="http://schemas.microsoft.com/office/drawing/2014/main" id="{9ED60E9C-50DB-78A3-33D3-FA1D060B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37925" y="2368732"/>
              <a:ext cx="792450" cy="792450"/>
            </a:xfrm>
            <a:prstGeom prst="rect">
              <a:avLst/>
            </a:prstGeom>
          </p:spPr>
        </p:pic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A43B2D6-2C85-96B7-207A-3F9ED3C7C24F}"/>
              </a:ext>
            </a:extLst>
          </p:cNvPr>
          <p:cNvSpPr/>
          <p:nvPr/>
        </p:nvSpPr>
        <p:spPr>
          <a:xfrm>
            <a:off x="8098157" y="2568914"/>
            <a:ext cx="2447925" cy="443341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>
                <a:solidFill>
                  <a:schemeClr val="tx1"/>
                </a:solidFill>
              </a:rPr>
              <a:t> Identification and review of a theory</a:t>
            </a:r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4C0953A-9F2F-BA66-E4EE-2C234E9C2E6D}"/>
              </a:ext>
            </a:extLst>
          </p:cNvPr>
          <p:cNvSpPr/>
          <p:nvPr/>
        </p:nvSpPr>
        <p:spPr>
          <a:xfrm>
            <a:off x="8098157" y="3416639"/>
            <a:ext cx="2447925" cy="443341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>
                <a:solidFill>
                  <a:schemeClr val="tx1"/>
                </a:solidFill>
              </a:rPr>
              <a:t>Formulation of questions and hypotheses derived from the theory</a:t>
            </a:r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02CEB94-DB7B-1C7E-D6F3-4DA05E07A1D2}"/>
              </a:ext>
            </a:extLst>
          </p:cNvPr>
          <p:cNvSpPr/>
          <p:nvPr/>
        </p:nvSpPr>
        <p:spPr>
          <a:xfrm>
            <a:off x="8098156" y="4264364"/>
            <a:ext cx="2447925" cy="443341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>
                <a:solidFill>
                  <a:schemeClr val="tx1"/>
                </a:solidFill>
              </a:rPr>
              <a:t>Definition and </a:t>
            </a:r>
            <a:r>
              <a:rPr lang="en-US" sz="1100" err="1">
                <a:solidFill>
                  <a:schemeClr val="tx1"/>
                </a:solidFill>
              </a:rPr>
              <a:t>operationalisation</a:t>
            </a:r>
            <a:r>
              <a:rPr lang="en-US" sz="1100">
                <a:solidFill>
                  <a:schemeClr val="tx1"/>
                </a:solidFill>
              </a:rPr>
              <a:t> of variables based on the theory</a:t>
            </a:r>
            <a:endParaRPr lang="en-GB" sz="1100" noProof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88D648A-BEE8-E5BD-3A4C-C9E7441D7320}"/>
              </a:ext>
            </a:extLst>
          </p:cNvPr>
          <p:cNvSpPr/>
          <p:nvPr/>
        </p:nvSpPr>
        <p:spPr>
          <a:xfrm>
            <a:off x="8098155" y="5073990"/>
            <a:ext cx="2447925" cy="684776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>
                <a:solidFill>
                  <a:schemeClr val="tx1"/>
                </a:solidFill>
              </a:rPr>
              <a:t>Measurement of variables, using instruments, to test the hypotheses</a:t>
            </a:r>
            <a:endParaRPr lang="en-GB" sz="1100" noProof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9EB309-0458-6785-2860-47F0333D00D9}"/>
              </a:ext>
            </a:extLst>
          </p:cNvPr>
          <p:cNvCxnSpPr>
            <a:cxnSpLocks/>
            <a:stCxn id="33" idx="0"/>
            <a:endCxn id="32" idx="2"/>
          </p:cNvCxnSpPr>
          <p:nvPr/>
        </p:nvCxnSpPr>
        <p:spPr>
          <a:xfrm flipV="1">
            <a:off x="9322120" y="3012255"/>
            <a:ext cx="0" cy="404384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6C9AAA1-BE3F-4017-F0A9-38D61F23DF07}"/>
              </a:ext>
            </a:extLst>
          </p:cNvPr>
          <p:cNvCxnSpPr>
            <a:cxnSpLocks/>
            <a:stCxn id="37" idx="0"/>
            <a:endCxn id="33" idx="2"/>
          </p:cNvCxnSpPr>
          <p:nvPr/>
        </p:nvCxnSpPr>
        <p:spPr>
          <a:xfrm flipV="1">
            <a:off x="9322119" y="3859980"/>
            <a:ext cx="1" cy="404384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45530D-4985-6534-09BA-C20AD01F7BD7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flipV="1">
            <a:off x="9322118" y="4707705"/>
            <a:ext cx="1" cy="366285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861F9214-0614-7552-7488-172F3976DB24}"/>
              </a:ext>
            </a:extLst>
          </p:cNvPr>
          <p:cNvSpPr/>
          <p:nvPr/>
        </p:nvSpPr>
        <p:spPr>
          <a:xfrm>
            <a:off x="7897495" y="2389264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A302E68-6FA1-0FC0-E487-CFD664FF6305}"/>
              </a:ext>
            </a:extLst>
          </p:cNvPr>
          <p:cNvSpPr/>
          <p:nvPr/>
        </p:nvSpPr>
        <p:spPr>
          <a:xfrm>
            <a:off x="7897495" y="3235802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65C3626-8918-3031-E8AE-A969189297B5}"/>
              </a:ext>
            </a:extLst>
          </p:cNvPr>
          <p:cNvSpPr/>
          <p:nvPr/>
        </p:nvSpPr>
        <p:spPr>
          <a:xfrm>
            <a:off x="7900037" y="4081111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117D933-C947-DD64-E08B-9339E3260E9E}"/>
              </a:ext>
            </a:extLst>
          </p:cNvPr>
          <p:cNvSpPr/>
          <p:nvPr/>
        </p:nvSpPr>
        <p:spPr>
          <a:xfrm>
            <a:off x="7897495" y="4886200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1921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7" grpId="0" animBg="1"/>
      <p:bldP spid="39" grpId="0" animBg="1"/>
      <p:bldP spid="53" grpId="0" animBg="1"/>
      <p:bldP spid="59" grpId="0" animBg="1"/>
      <p:bldP spid="60" grpId="0" animBg="1"/>
      <p:bldP spid="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0">
              <a:srgbClr val="FF0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00155-3262-715C-955C-E32F5491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E8224-29BB-20D4-01FD-04D94255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5B22AD0F-362C-DFEB-3FED-79BF45139F51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090912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6CB0E13-AC1F-1BA2-6598-80242BF8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D8070D91-B0A9-BAD3-DE96-B84D101097F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07B815-69E8-2A02-5FC1-E0275078924C}"/>
              </a:ext>
            </a:extLst>
          </p:cNvPr>
          <p:cNvGrpSpPr/>
          <p:nvPr/>
        </p:nvGrpSpPr>
        <p:grpSpPr>
          <a:xfrm>
            <a:off x="10074538" y="501650"/>
            <a:ext cx="933450" cy="933450"/>
            <a:chOff x="718594" y="4663575"/>
            <a:chExt cx="1248038" cy="1248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348C5C9-C71A-1272-875F-021EFF8CD52C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9B6D69E-8602-A5B0-C001-899CB0AB47EB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CD0678-3573-2CCD-95F8-1C37BD2AE2FC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6E4331-8970-CDA1-DDC2-23F8CCBE80CF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E9F007-D6B9-8BA4-F7A8-62D5DBF55156}"/>
              </a:ext>
            </a:extLst>
          </p:cNvPr>
          <p:cNvGrpSpPr/>
          <p:nvPr/>
        </p:nvGrpSpPr>
        <p:grpSpPr>
          <a:xfrm>
            <a:off x="1812358" y="2976142"/>
            <a:ext cx="2188142" cy="782169"/>
            <a:chOff x="1812358" y="2976142"/>
            <a:chExt cx="2188142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1E76F7-2A37-7A77-012F-D831E56E6BE9}"/>
                </a:ext>
              </a:extLst>
            </p:cNvPr>
            <p:cNvSpPr txBox="1"/>
            <p:nvPr/>
          </p:nvSpPr>
          <p:spPr>
            <a:xfrm>
              <a:off x="2406032" y="3045487"/>
              <a:ext cx="1594468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D9AFBA-04E5-FA7B-A484-533173AD4BA7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7590105-2660-5219-91A0-52B59F9E2B72}"/>
              </a:ext>
            </a:extLst>
          </p:cNvPr>
          <p:cNvGrpSpPr/>
          <p:nvPr/>
        </p:nvGrpSpPr>
        <p:grpSpPr>
          <a:xfrm>
            <a:off x="4388828" y="2976142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6835BF-CC89-F5A7-AB04-7A8D50B1BACF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Evaluation of the type of variables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70276F-6A9B-9FE1-EFA7-9B8EC2A43561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83B576-B424-98C6-FC66-0686FB64B250}"/>
              </a:ext>
            </a:extLst>
          </p:cNvPr>
          <p:cNvGrpSpPr/>
          <p:nvPr/>
        </p:nvGrpSpPr>
        <p:grpSpPr>
          <a:xfrm>
            <a:off x="6965298" y="2976142"/>
            <a:ext cx="2820670" cy="646331"/>
            <a:chOff x="6965298" y="2976142"/>
            <a:chExt cx="2820670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36CC21-5B9F-07DD-BF08-0DF956C9D6DB}"/>
                </a:ext>
              </a:extLst>
            </p:cNvPr>
            <p:cNvSpPr txBox="1"/>
            <p:nvPr/>
          </p:nvSpPr>
          <p:spPr>
            <a:xfrm>
              <a:off x="7558972" y="3045487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Introduction of causal schemes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375E06-E405-2914-839E-7142B6A25B1C}"/>
                </a:ext>
              </a:extLst>
            </p:cNvPr>
            <p:cNvSpPr txBox="1"/>
            <p:nvPr/>
          </p:nvSpPr>
          <p:spPr>
            <a:xfrm>
              <a:off x="696529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62CB2F-40B7-C0B3-1429-9D14D617A0A4}"/>
              </a:ext>
            </a:extLst>
          </p:cNvPr>
          <p:cNvGrpSpPr/>
          <p:nvPr/>
        </p:nvGrpSpPr>
        <p:grpSpPr>
          <a:xfrm>
            <a:off x="1812358" y="3919266"/>
            <a:ext cx="2138136" cy="646331"/>
            <a:chOff x="1812358" y="3783339"/>
            <a:chExt cx="2138136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2AE771-CCF2-D038-D3AE-B109E403B404}"/>
                </a:ext>
              </a:extLst>
            </p:cNvPr>
            <p:cNvSpPr txBox="1"/>
            <p:nvPr/>
          </p:nvSpPr>
          <p:spPr>
            <a:xfrm>
              <a:off x="2406032" y="3852684"/>
              <a:ext cx="1544462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Forms of presentation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893006-1FA6-F755-03FA-AF52F80ACBFA}"/>
                </a:ext>
              </a:extLst>
            </p:cNvPr>
            <p:cNvSpPr txBox="1"/>
            <p:nvPr/>
          </p:nvSpPr>
          <p:spPr>
            <a:xfrm>
              <a:off x="181235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4.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2F043D-1E8A-3F57-20A5-A9CDA2098505}"/>
              </a:ext>
            </a:extLst>
          </p:cNvPr>
          <p:cNvGrpSpPr/>
          <p:nvPr/>
        </p:nvGrpSpPr>
        <p:grpSpPr>
          <a:xfrm>
            <a:off x="4388828" y="3919266"/>
            <a:ext cx="1926247" cy="646331"/>
            <a:chOff x="4388828" y="3783339"/>
            <a:chExt cx="1926247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C4565A-9AF6-6766-BC16-B7430433D733}"/>
                </a:ext>
              </a:extLst>
            </p:cNvPr>
            <p:cNvSpPr txBox="1"/>
            <p:nvPr/>
          </p:nvSpPr>
          <p:spPr>
            <a:xfrm>
              <a:off x="4982502" y="3852684"/>
              <a:ext cx="1332573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D3FE3D-2405-8212-184D-923F67FD774D}"/>
                </a:ext>
              </a:extLst>
            </p:cNvPr>
            <p:cNvSpPr txBox="1"/>
            <p:nvPr/>
          </p:nvSpPr>
          <p:spPr>
            <a:xfrm>
              <a:off x="4388828" y="378333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5B5F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5B5F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DA05EF-5B35-6C7C-C8DC-5D1BE15BE509}"/>
              </a:ext>
            </a:extLst>
          </p:cNvPr>
          <p:cNvGrpSpPr/>
          <p:nvPr/>
        </p:nvGrpSpPr>
        <p:grpSpPr>
          <a:xfrm>
            <a:off x="6965298" y="3919266"/>
            <a:ext cx="2820670" cy="646331"/>
            <a:chOff x="6965298" y="3735066"/>
            <a:chExt cx="2820670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A25926-97C7-0ADA-6344-47A3FDD7D0C6}"/>
                </a:ext>
              </a:extLst>
            </p:cNvPr>
            <p:cNvSpPr txBox="1"/>
            <p:nvPr/>
          </p:nvSpPr>
          <p:spPr>
            <a:xfrm>
              <a:off x="7558972" y="3804411"/>
              <a:ext cx="2226996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727BA3F-221E-3F2A-D667-A1CAE1F8EBDC}"/>
                </a:ext>
              </a:extLst>
            </p:cNvPr>
            <p:cNvSpPr txBox="1"/>
            <p:nvPr/>
          </p:nvSpPr>
          <p:spPr>
            <a:xfrm>
              <a:off x="6965298" y="3735066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D97EEC-E33A-4E4B-F9EC-7FC71AD67C72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068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9538-2120-97B3-5E30-FD7442F6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8C99-1A92-71D2-82B2-727B69BB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1D4FF451-9046-0CF1-9702-2184FEB8E16A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556636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n-ea"/>
                <a:cs typeface="+mn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n-ea"/>
                <a:cs typeface="+mn-cs"/>
              </a:rPr>
              <a:t>Quantitative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0E838E9-378D-CCBB-5CA5-0122AF0C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68286E4-32DC-2495-A8A2-C2126BA6110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80EEE7-FE8B-5A03-497C-3DB9B08114EC}"/>
              </a:ext>
            </a:extLst>
          </p:cNvPr>
          <p:cNvGrpSpPr/>
          <p:nvPr/>
        </p:nvGrpSpPr>
        <p:grpSpPr>
          <a:xfrm>
            <a:off x="891590" y="1415403"/>
            <a:ext cx="2678604" cy="646331"/>
            <a:chOff x="4388828" y="2976142"/>
            <a:chExt cx="267860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60A0C0-CA09-A01A-31DF-84EA047F567B}"/>
                </a:ext>
              </a:extLst>
            </p:cNvPr>
            <p:cNvSpPr txBox="1"/>
            <p:nvPr/>
          </p:nvSpPr>
          <p:spPr>
            <a:xfrm>
              <a:off x="4982502" y="3045487"/>
              <a:ext cx="208493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Steps for Writing the Theory Section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7EB266-2F7D-1A39-5196-86F021E53E6D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6.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1B88C8C-8FA3-15D8-275E-A17CC2398CE9}"/>
              </a:ext>
            </a:extLst>
          </p:cNvPr>
          <p:cNvSpPr txBox="1"/>
          <p:nvPr/>
        </p:nvSpPr>
        <p:spPr>
          <a:xfrm>
            <a:off x="5963990" y="2733501"/>
            <a:ext cx="4510990" cy="21452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/>
              <a:t>“The theory I will use is ______ (name of the theory). It was developed by ______ (identify the origin, source, or developer of the theory) and has been used to study ______ (identify studies that apply the theory). This theory states ______ (identify the propositions or hypotheses in the theory). Applied to my study, this theory suggests that my independent variable(s) ______ (indicate the independent variables) would influence or explain the dependent variable(s) ______ (indicate the dependent variables) because ______ (provide a justification based on the logic of the theory).”</a:t>
            </a:r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AB8182-26B4-550D-0E10-E4C4FA0FAFCB}"/>
              </a:ext>
            </a:extLst>
          </p:cNvPr>
          <p:cNvSpPr/>
          <p:nvPr/>
        </p:nvSpPr>
        <p:spPr>
          <a:xfrm>
            <a:off x="1483583" y="2546252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FF9C47-0BAC-C2B6-E877-9EB65D8DF8C8}"/>
              </a:ext>
            </a:extLst>
          </p:cNvPr>
          <p:cNvSpPr txBox="1"/>
          <p:nvPr/>
        </p:nvSpPr>
        <p:spPr>
          <a:xfrm>
            <a:off x="1917666" y="2546252"/>
            <a:ext cx="3641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prstClr val="black"/>
                </a:solidFill>
              </a:rPr>
              <a:t>Search the </a:t>
            </a:r>
            <a:r>
              <a:rPr lang="en-US" sz="1100" b="1">
                <a:solidFill>
                  <a:prstClr val="black"/>
                </a:solidFill>
                <a:highlight>
                  <a:srgbClr val="FFC000"/>
                </a:highlight>
              </a:rPr>
              <a:t>scientific literature for existing theories that explain the phenomenon you wish to study </a:t>
            </a:r>
            <a:r>
              <a:rPr lang="en-US" sz="1100">
                <a:solidFill>
                  <a:prstClr val="black"/>
                </a:solidFill>
              </a:rPr>
              <a:t>and understand. If no suitable theories exist, develop your own theory.</a:t>
            </a:r>
            <a:endParaRPr lang="en-GB" sz="1100" noProof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0D6F40-CF12-C138-CF5C-125B57B7B35A}"/>
              </a:ext>
            </a:extLst>
          </p:cNvPr>
          <p:cNvSpPr/>
          <p:nvPr/>
        </p:nvSpPr>
        <p:spPr>
          <a:xfrm>
            <a:off x="1487700" y="3435511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C2C66-ACBD-AD83-9B5D-D41D80D53606}"/>
              </a:ext>
            </a:extLst>
          </p:cNvPr>
          <p:cNvSpPr txBox="1"/>
          <p:nvPr/>
        </p:nvSpPr>
        <p:spPr>
          <a:xfrm>
            <a:off x="1921783" y="3435511"/>
            <a:ext cx="3641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Review previous studies addressing the topic or a related topic. Identify which theories the authors used. </a:t>
            </a:r>
            <a:r>
              <a:rPr lang="en-US" sz="1100" b="1">
                <a:highlight>
                  <a:srgbClr val="FFC000"/>
                </a:highlight>
              </a:rPr>
              <a:t>Limit the number of theories and identify one or two to explain the central hypothesis or main research question</a:t>
            </a:r>
            <a:r>
              <a:rPr lang="en-US" sz="1100"/>
              <a:t>.</a:t>
            </a:r>
            <a:endParaRPr lang="en-GB" sz="1100" noProof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F62D9F-4A69-CC4B-EB0B-C4E3F8BB0E93}"/>
              </a:ext>
            </a:extLst>
          </p:cNvPr>
          <p:cNvSpPr/>
          <p:nvPr/>
        </p:nvSpPr>
        <p:spPr>
          <a:xfrm>
            <a:off x="1483583" y="4494048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6F797-49A1-E95A-14CE-E1252F8E7B92}"/>
              </a:ext>
            </a:extLst>
          </p:cNvPr>
          <p:cNvSpPr txBox="1"/>
          <p:nvPr/>
        </p:nvSpPr>
        <p:spPr>
          <a:xfrm>
            <a:off x="1917666" y="4494048"/>
            <a:ext cx="3641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highlight>
                  <a:srgbClr val="FFC000"/>
                </a:highlight>
              </a:rPr>
              <a:t>Present the theory according to the variables identified: </a:t>
            </a:r>
            <a:r>
              <a:rPr lang="en-US" sz="1100"/>
              <a:t>What explains why the independent variables would influence the dependent variables? In which contexts and for whom does this apply?</a:t>
            </a:r>
            <a:endParaRPr lang="en-GB" sz="1100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9305B0-4F98-AA83-5762-B54196250B86}"/>
              </a:ext>
            </a:extLst>
          </p:cNvPr>
          <p:cNvGrpSpPr/>
          <p:nvPr/>
        </p:nvGrpSpPr>
        <p:grpSpPr>
          <a:xfrm>
            <a:off x="10062265" y="2334197"/>
            <a:ext cx="825430" cy="825430"/>
            <a:chOff x="10234551" y="2151076"/>
            <a:chExt cx="1248038" cy="124803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46DBAD3-F18A-4608-7A75-1CDCAE80A6AB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1B573E-4A64-18E7-CC79-E65B782EF276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GB" sz="1100" noProof="0">
                  <a:solidFill>
                    <a:schemeClr val="bg1"/>
                  </a:solidFill>
                </a:rPr>
                <a:t>Deductive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480579-B404-03E2-E4B5-2BEDB739A611}"/>
                </a:ext>
              </a:extLst>
            </p:cNvPr>
            <p:cNvSpPr txBox="1"/>
            <p:nvPr/>
          </p:nvSpPr>
          <p:spPr>
            <a:xfrm>
              <a:off x="10437925" y="2775095"/>
              <a:ext cx="841290" cy="46355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660421"/>
                </a:avLst>
              </a:prstTxWarp>
              <a:spAutoFit/>
            </a:bodyPr>
            <a:lstStyle/>
            <a:p>
              <a:pPr algn="ctr"/>
              <a:r>
                <a:rPr lang="en-GB" noProof="0">
                  <a:solidFill>
                    <a:schemeClr val="bg1"/>
                  </a:solidFill>
                </a:rPr>
                <a:t>Approach</a:t>
              </a:r>
            </a:p>
          </p:txBody>
        </p:sp>
        <p:pic>
          <p:nvPicPr>
            <p:cNvPr id="31" name="Graphic 30" descr="Arrow circle with solid fill">
              <a:extLst>
                <a:ext uri="{FF2B5EF4-FFF2-40B4-BE49-F238E27FC236}">
                  <a16:creationId xmlns:a16="http://schemas.microsoft.com/office/drawing/2014/main" id="{E84DD280-BEDE-696E-5774-8A545230E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37925" y="2368732"/>
              <a:ext cx="792450" cy="792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64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9" grpId="0"/>
      <p:bldP spid="20" grpId="0" animBg="1"/>
      <p:bldP spid="22" grpId="0"/>
      <p:bldP spid="23" grpId="0" animBg="1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3CC98-69C2-1488-9821-DB4A6EC7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B128F5F-27B3-0FDF-9D6D-715383E2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4EB4D6-6590-E0FD-DD71-1D395EC9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0EF40F-97B7-FF5A-F641-377F6A83E38A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theory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178AAB-AC3A-E08A-8A70-2C36B80BA852}"/>
              </a:ext>
            </a:extLst>
          </p:cNvPr>
          <p:cNvGrpSpPr/>
          <p:nvPr/>
        </p:nvGrpSpPr>
        <p:grpSpPr>
          <a:xfrm>
            <a:off x="5367213" y="2804981"/>
            <a:ext cx="1248038" cy="1248038"/>
            <a:chOff x="10234551" y="2151076"/>
            <a:chExt cx="1248038" cy="1248038"/>
          </a:xfrm>
          <a:solidFill>
            <a:srgbClr val="FFC000"/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E7A07B1-9DF0-56A9-8BAD-6541399A68AF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C70CBA-D827-3779-4B36-A54681ED02B1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grp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Qualitative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BF58CF-2DE5-5516-BED2-91872E9DFE7F}"/>
              </a:ext>
            </a:extLst>
          </p:cNvPr>
          <p:cNvGrpSpPr/>
          <p:nvPr/>
        </p:nvGrpSpPr>
        <p:grpSpPr>
          <a:xfrm>
            <a:off x="2883669" y="2804981"/>
            <a:ext cx="1248038" cy="1248038"/>
            <a:chOff x="718594" y="4663575"/>
            <a:chExt cx="1248038" cy="1248038"/>
          </a:xfrm>
          <a:solidFill>
            <a:srgbClr val="EB2222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41FD3E-E195-F4B5-6F9A-63651A4447C9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A3A2EFE-2D11-FDCD-3247-3C1B5C4B91F7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A75CA4-FCC1-C74A-95C4-59BA24BEF44D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grp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C8A1600-C6E6-9CB9-A737-CAD43C140609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B44B679-2E0C-31D8-3043-AA8BC34F4B27}"/>
              </a:ext>
            </a:extLst>
          </p:cNvPr>
          <p:cNvSpPr txBox="1"/>
          <p:nvPr/>
        </p:nvSpPr>
        <p:spPr>
          <a:xfrm>
            <a:off x="5757895" y="3139567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A49D9F-3478-17DC-F541-965A63E9D0FE}"/>
              </a:ext>
            </a:extLst>
          </p:cNvPr>
          <p:cNvGrpSpPr/>
          <p:nvPr/>
        </p:nvGrpSpPr>
        <p:grpSpPr>
          <a:xfrm>
            <a:off x="7850757" y="2804981"/>
            <a:ext cx="1248038" cy="1248038"/>
            <a:chOff x="718594" y="4663575"/>
            <a:chExt cx="1248038" cy="12480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3FC54D7-4B2F-81A4-2335-B82906CFD756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311D1BA-F911-233B-713C-89B6A61F2BC4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035258-4D9A-F58D-3DD6-0D415DBE62F6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Mixed methods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2E16D9-623F-9693-724F-368804BBAC63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E765EEB-5243-C72D-4DD4-10385F5693FB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7FDEA9-9269-C56F-CAED-05A8354D69BC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2802AD-ABDA-3912-E41C-ABE8B1BC9A6C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E6EAA-9FE9-A461-F2AA-9AFE22C98641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49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0">
              <a:srgbClr val="FFC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8D9E6-0FE5-D370-CFEA-92A22375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5E396-322C-B97C-C010-AD8717EA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CF59DE85-AB1C-DE3B-676A-1C5B124605F0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1757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GB" sz="3200" b="1">
                <a:latin typeface="Aptos SemiBold" panose="020F0502020204030204" pitchFamily="34" charset="0"/>
              </a:rPr>
              <a:t>Qualitative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7DAFA0B-1400-CACF-E1B1-64DF23F4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7D5339D-9841-7B1B-8FEC-F9C82503AC4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C5A6F9C-9E55-0B34-D6B9-949F45E5E47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9A348A-78D1-06AC-A123-76B209161C81}"/>
              </a:ext>
            </a:extLst>
          </p:cNvPr>
          <p:cNvGrpSpPr/>
          <p:nvPr/>
        </p:nvGrpSpPr>
        <p:grpSpPr>
          <a:xfrm>
            <a:off x="3677855" y="3249393"/>
            <a:ext cx="2485064" cy="782169"/>
            <a:chOff x="1812358" y="2976142"/>
            <a:chExt cx="2485064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9B1ADD-B02B-D687-7CFB-9A1F5F218BB3}"/>
                </a:ext>
              </a:extLst>
            </p:cNvPr>
            <p:cNvSpPr txBox="1"/>
            <p:nvPr/>
          </p:nvSpPr>
          <p:spPr>
            <a:xfrm>
              <a:off x="2406032" y="3045487"/>
              <a:ext cx="1891390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>
                  <a:latin typeface="Aptos" panose="020B0004020202020204"/>
                </a:rPr>
                <a:t>Different ways to use qualitative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438206-3F31-33C6-7FE8-70EDCAF03061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3C84576-82BF-5F91-6281-7638FFC5FFB0}"/>
              </a:ext>
            </a:extLst>
          </p:cNvPr>
          <p:cNvGrpSpPr/>
          <p:nvPr/>
        </p:nvGrpSpPr>
        <p:grpSpPr>
          <a:xfrm>
            <a:off x="6254325" y="3249393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102F7F-394A-14DB-3DD3-A801DD6FEFB4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D215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qualitative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D215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7E725F-E792-2D79-402A-5305C2C0EC83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D215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D215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99300CC-91D8-F52C-356D-F61BCDFBF6B7}"/>
              </a:ext>
            </a:extLst>
          </p:cNvPr>
          <p:cNvGrpSpPr/>
          <p:nvPr/>
        </p:nvGrpSpPr>
        <p:grpSpPr>
          <a:xfrm>
            <a:off x="10074537" y="501650"/>
            <a:ext cx="933450" cy="933450"/>
            <a:chOff x="5367213" y="2804981"/>
            <a:chExt cx="1248038" cy="124803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CFC098-CCE7-E82C-ACF8-9AA6CFB12DC4}"/>
                </a:ext>
              </a:extLst>
            </p:cNvPr>
            <p:cNvGrpSpPr/>
            <p:nvPr/>
          </p:nvGrpSpPr>
          <p:grpSpPr>
            <a:xfrm>
              <a:off x="5367213" y="2804981"/>
              <a:ext cx="1248038" cy="1248038"/>
              <a:chOff x="10234551" y="2151076"/>
              <a:chExt cx="1248038" cy="124803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A5E583A-F973-397F-E68D-42A11C8DA3CC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0E40C8-9F7E-5494-929B-32CC1A0B0F0E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Qualitative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12C13F-8A37-3593-44C3-BDB66C70E83D}"/>
                </a:ext>
              </a:extLst>
            </p:cNvPr>
            <p:cNvSpPr txBox="1"/>
            <p:nvPr/>
          </p:nvSpPr>
          <p:spPr>
            <a:xfrm>
              <a:off x="5757895" y="3139567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</a:t>
              </a:r>
            </a:p>
          </p:txBody>
        </p:sp>
      </p:grpSp>
      <p:pic>
        <p:nvPicPr>
          <p:cNvPr id="35" name="Picture 4" descr="No hay ninguna descripción de la foto disponible.">
            <a:extLst>
              <a:ext uri="{FF2B5EF4-FFF2-40B4-BE49-F238E27FC236}">
                <a16:creationId xmlns:a16="http://schemas.microsoft.com/office/drawing/2014/main" id="{3E6DC2D8-D20E-CBF4-39F4-B6CB33D6E3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2DCC5D-74C9-62BB-60E9-35A8C796DA99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06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063C-20B1-5600-7A4E-AC9C986F6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2E829-6CCD-E497-E225-F6A28066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20C0D8B-8536-DB5E-B4BF-171700CDB16C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109035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Qualitative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36EB154-6F04-F615-8FB3-E5F793DF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14F8192-50F2-5764-7994-137D8FAE95F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71FC9D-303C-153B-EB49-209A3553D3C9}"/>
              </a:ext>
            </a:extLst>
          </p:cNvPr>
          <p:cNvGrpSpPr/>
          <p:nvPr/>
        </p:nvGrpSpPr>
        <p:grpSpPr>
          <a:xfrm>
            <a:off x="891590" y="1415403"/>
            <a:ext cx="3118434" cy="646331"/>
            <a:chOff x="4388828" y="2976142"/>
            <a:chExt cx="3118434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A6F71C-372F-8165-39B6-0D80B309FE67}"/>
                </a:ext>
              </a:extLst>
            </p:cNvPr>
            <p:cNvSpPr txBox="1"/>
            <p:nvPr/>
          </p:nvSpPr>
          <p:spPr>
            <a:xfrm>
              <a:off x="4982501" y="3045487"/>
              <a:ext cx="2524761" cy="508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Different ways to use qualitative theory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5F196C-4B66-5959-5CBF-FD2E344FA365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59B6882-B482-0683-AAC0-31528A1A6E84}"/>
              </a:ext>
            </a:extLst>
          </p:cNvPr>
          <p:cNvSpPr txBox="1"/>
          <p:nvPr/>
        </p:nvSpPr>
        <p:spPr>
          <a:xfrm>
            <a:off x="921434" y="2111381"/>
            <a:ext cx="3810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>
                <a:solidFill>
                  <a:srgbClr val="FF0000"/>
                </a:solidFill>
              </a:rPr>
              <a:t>As a deductive explanation, a theoretical standpoint, or an endpoint for a study</a:t>
            </a:r>
            <a:endParaRPr lang="en-GB" sz="1400" b="1" noProof="0">
              <a:solidFill>
                <a:srgbClr val="FF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75AFE43-581F-78FE-6CF6-48C0229E0564}"/>
              </a:ext>
            </a:extLst>
          </p:cNvPr>
          <p:cNvSpPr/>
          <p:nvPr/>
        </p:nvSpPr>
        <p:spPr>
          <a:xfrm>
            <a:off x="1051181" y="3562974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31438D-2190-7CE0-FA17-E200B780A579}"/>
              </a:ext>
            </a:extLst>
          </p:cNvPr>
          <p:cNvSpPr txBox="1"/>
          <p:nvPr/>
        </p:nvSpPr>
        <p:spPr>
          <a:xfrm>
            <a:off x="1485264" y="3562974"/>
            <a:ext cx="3515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>
                <a:solidFill>
                  <a:srgbClr val="FF0000"/>
                </a:solidFill>
              </a:rPr>
              <a:t> Explanation and deduction</a:t>
            </a:r>
          </a:p>
          <a:p>
            <a:r>
              <a:rPr lang="en-US" sz="1100"/>
              <a:t>In qualitative research, </a:t>
            </a:r>
            <a:r>
              <a:rPr lang="en-US" sz="1100" b="1">
                <a:highlight>
                  <a:srgbClr val="FFC000"/>
                </a:highlight>
              </a:rPr>
              <a:t>theory may serve as a broad and deductive explanation for </a:t>
            </a:r>
            <a:r>
              <a:rPr lang="en-US" sz="1100" b="1" err="1">
                <a:highlight>
                  <a:srgbClr val="FFC000"/>
                </a:highlight>
              </a:rPr>
              <a:t>behaviour</a:t>
            </a:r>
            <a:r>
              <a:rPr lang="en-US" sz="1100" b="1">
                <a:highlight>
                  <a:srgbClr val="FFC000"/>
                </a:highlight>
              </a:rPr>
              <a:t> and attitudes</a:t>
            </a:r>
            <a:r>
              <a:rPr lang="en-US" sz="1100"/>
              <a:t>, which can be complemented by variables, constructs, and hypotheses.</a:t>
            </a:r>
            <a:endParaRPr lang="en-GB" sz="1100" noProof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7E4E6D-1DF2-85E5-EEE4-F236BAB16D89}"/>
              </a:ext>
            </a:extLst>
          </p:cNvPr>
          <p:cNvSpPr txBox="1"/>
          <p:nvPr/>
        </p:nvSpPr>
        <p:spPr>
          <a:xfrm>
            <a:off x="5551645" y="2915990"/>
            <a:ext cx="4617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>
                <a:solidFill>
                  <a:srgbClr val="FF0000"/>
                </a:solidFill>
              </a:rPr>
              <a:t>Ethnography</a:t>
            </a:r>
            <a:endParaRPr lang="en-GB" sz="1200" b="1" noProof="0">
              <a:solidFill>
                <a:srgbClr val="FF0000"/>
              </a:solidFill>
            </a:endParaRPr>
          </a:p>
          <a:p>
            <a:r>
              <a:rPr lang="en-US" sz="1100"/>
              <a:t>Themes or cultural aspects used in qualitative </a:t>
            </a:r>
            <a:r>
              <a:rPr lang="en-US" sz="1100" err="1"/>
              <a:t>projects,such</a:t>
            </a:r>
            <a:r>
              <a:rPr lang="en-US" sz="1100"/>
              <a:t> as social control, language, stability and change, or social </a:t>
            </a:r>
            <a:r>
              <a:rPr lang="en-US" sz="1100" err="1"/>
              <a:t>organisation</a:t>
            </a:r>
            <a:r>
              <a:rPr lang="en-US" sz="1100"/>
              <a:t> (e.g., kinship or family structures), </a:t>
            </a:r>
            <a:r>
              <a:rPr lang="en-US" sz="1100" b="1">
                <a:highlight>
                  <a:srgbClr val="FFC000"/>
                </a:highlight>
              </a:rPr>
              <a:t>provide sets of hypotheses ready to be examined based on the literature.</a:t>
            </a:r>
            <a:endParaRPr lang="en-GB" sz="1100" b="1" noProof="0">
              <a:highlight>
                <a:srgbClr val="FFC000"/>
              </a:highlight>
            </a:endParaRP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73C9D311-DBA1-01B3-811C-DF76D62754AA}"/>
              </a:ext>
            </a:extLst>
          </p:cNvPr>
          <p:cNvSpPr/>
          <p:nvPr/>
        </p:nvSpPr>
        <p:spPr>
          <a:xfrm>
            <a:off x="5280525" y="2711545"/>
            <a:ext cx="282326" cy="3069597"/>
          </a:xfrm>
          <a:prstGeom prst="leftBrace">
            <a:avLst>
              <a:gd name="adj1" fmla="val 58333"/>
              <a:gd name="adj2" fmla="val 43542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5F5A51-DC45-8B00-FB27-BEB54174E500}"/>
              </a:ext>
            </a:extLst>
          </p:cNvPr>
          <p:cNvSpPr txBox="1"/>
          <p:nvPr/>
        </p:nvSpPr>
        <p:spPr>
          <a:xfrm>
            <a:off x="5562851" y="4319203"/>
            <a:ext cx="461722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>
                <a:solidFill>
                  <a:srgbClr val="FF0000"/>
                </a:solidFill>
              </a:rPr>
              <a:t>Anthropology</a:t>
            </a:r>
          </a:p>
          <a:p>
            <a:r>
              <a:rPr lang="en-US" sz="1100"/>
              <a:t>The use of broad explanations to study </a:t>
            </a:r>
            <a:r>
              <a:rPr lang="en-US" sz="1100" err="1"/>
              <a:t>behaviour</a:t>
            </a:r>
            <a:r>
              <a:rPr lang="en-US" sz="1100"/>
              <a:t> and attitudes shared within a culture. This is a common approach in qualitative research in the health sciences.</a:t>
            </a:r>
          </a:p>
          <a:p>
            <a:endParaRPr lang="en-US" sz="1100"/>
          </a:p>
          <a:p>
            <a:r>
              <a:rPr lang="en-US" sz="1100" b="1">
                <a:highlight>
                  <a:srgbClr val="FFC000"/>
                </a:highlight>
              </a:rPr>
              <a:t>Researchers begin with a theoretical or conceptual model</a:t>
            </a:r>
            <a:r>
              <a:rPr lang="en-US" sz="1100"/>
              <a:t>, such as health‑practice adoption or a quality‑of‑life assessment.</a:t>
            </a:r>
            <a:endParaRPr lang="en-GB" sz="1100" noProof="0"/>
          </a:p>
        </p:txBody>
      </p:sp>
    </p:spTree>
    <p:extLst>
      <p:ext uri="{BB962C8B-B14F-4D97-AF65-F5344CB8AC3E}">
        <p14:creationId xmlns:p14="http://schemas.microsoft.com/office/powerpoint/2010/main" val="400914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0" grpId="0"/>
      <p:bldP spid="41" grpId="0" animBg="1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5FB3-04FC-C369-9B37-DE1CB650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2746-B878-BA68-2FA7-D38FC8BC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A6E5AD-172D-6CC3-4366-0AEFB5B5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726595B-1A64-DF0F-203B-D88D48A61D5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6D559A-FA32-2F2F-18E4-FD4A727561EE}"/>
              </a:ext>
            </a:extLst>
          </p:cNvPr>
          <p:cNvSpPr txBox="1"/>
          <p:nvPr/>
        </p:nvSpPr>
        <p:spPr>
          <a:xfrm>
            <a:off x="1527778" y="3557102"/>
            <a:ext cx="33991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>
                <a:solidFill>
                  <a:srgbClr val="FF0000"/>
                </a:solidFill>
              </a:rPr>
              <a:t>Theoretical Perspective</a:t>
            </a:r>
            <a:endParaRPr kumimoji="0" lang="en-GB" sz="1100" b="1" i="0" u="none" strike="noStrike" kern="1200" cap="none" spc="0" normalizeH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r>
              <a:rPr lang="en-US" sz="1100"/>
              <a:t>A theoretical perspective provides general guidance for the study's questions concerning gender, class, and race (or other issues related to inequalities).</a:t>
            </a:r>
          </a:p>
          <a:p>
            <a:endParaRPr lang="en-US" sz="1100"/>
          </a:p>
          <a:p>
            <a:r>
              <a:rPr lang="en-US" sz="1100" b="1">
                <a:highlight>
                  <a:srgbClr val="FFC000"/>
                </a:highlight>
              </a:rPr>
              <a:t>It shapes the questions posed, informs how data are collected and </a:t>
            </a:r>
            <a:r>
              <a:rPr lang="en-US" sz="1100" b="1" err="1">
                <a:highlight>
                  <a:srgbClr val="FFC000"/>
                </a:highlight>
              </a:rPr>
              <a:t>analysed</a:t>
            </a:r>
            <a:r>
              <a:rPr lang="en-US" sz="1100" b="1">
                <a:highlight>
                  <a:srgbClr val="FFC000"/>
                </a:highlight>
              </a:rPr>
              <a:t>, and offers a call for action or change.</a:t>
            </a:r>
            <a:endParaRPr lang="en-GB" sz="1100" b="1" noProof="0">
              <a:highlight>
                <a:srgbClr val="FFC0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57BBDD-0D74-0EB2-1335-FCFEC185951C}"/>
              </a:ext>
            </a:extLst>
          </p:cNvPr>
          <p:cNvSpPr txBox="1"/>
          <p:nvPr/>
        </p:nvSpPr>
        <p:spPr>
          <a:xfrm>
            <a:off x="5406658" y="2432989"/>
            <a:ext cx="59623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highlight>
                  <a:srgbClr val="FFC000"/>
                </a:highlight>
              </a:rPr>
              <a:t>The perspective guides researchers toward the important issues that require examination, such as</a:t>
            </a:r>
            <a:r>
              <a:rPr lang="en-US" sz="1100"/>
              <a:t>:</a:t>
            </a:r>
          </a:p>
          <a:p>
            <a:endParaRPr lang="en-GB" sz="11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Marginalisation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Empowerment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Oppression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Power</a:t>
            </a:r>
            <a:endParaRPr lang="en-GB" sz="1100" noProof="0"/>
          </a:p>
          <a:p>
            <a:endParaRPr lang="en-GB" sz="1100" noProof="0"/>
          </a:p>
          <a:p>
            <a:r>
              <a:rPr lang="en-US" sz="1100" b="1">
                <a:highlight>
                  <a:srgbClr val="FFC000"/>
                </a:highlight>
              </a:rPr>
              <a:t>It also indicates how researchers position themselves in the qualitative study </a:t>
            </a:r>
            <a:r>
              <a:rPr lang="en-US" sz="1100"/>
              <a:t>(e.g., acknowledging personal, cultural, and historical contexts) and in the final report (e.g., avoiding further </a:t>
            </a:r>
            <a:r>
              <a:rPr lang="en-US" sz="1100" err="1"/>
              <a:t>marginalisation</a:t>
            </a:r>
            <a:r>
              <a:rPr lang="en-US" sz="1100"/>
              <a:t> of individuals, collaborating with participants) by recommending changes to improve lives and society.</a:t>
            </a:r>
            <a:endParaRPr lang="en-GB" sz="1100" b="1" noProof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86B8E7C-4666-C833-318E-4C5A8AD3023A}"/>
              </a:ext>
            </a:extLst>
          </p:cNvPr>
          <p:cNvSpPr/>
          <p:nvPr/>
        </p:nvSpPr>
        <p:spPr>
          <a:xfrm>
            <a:off x="5124332" y="2111382"/>
            <a:ext cx="282326" cy="3326816"/>
          </a:xfrm>
          <a:prstGeom prst="leftBrace">
            <a:avLst>
              <a:gd name="adj1" fmla="val 58333"/>
              <a:gd name="adj2" fmla="val 59988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04D04-1B26-5A12-C4A4-55F6E6254DE9}"/>
              </a:ext>
            </a:extLst>
          </p:cNvPr>
          <p:cNvSpPr txBox="1"/>
          <p:nvPr/>
        </p:nvSpPr>
        <p:spPr>
          <a:xfrm>
            <a:off x="5691554" y="4753159"/>
            <a:ext cx="137980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noProof="0"/>
              <a:t>👩🏻</a:t>
            </a:r>
            <a:br>
              <a:rPr lang="en-GB" sz="1100" b="1"/>
            </a:br>
            <a:r>
              <a:rPr lang="en-GB" sz="1100" b="1"/>
              <a:t>Feminist theories</a:t>
            </a:r>
            <a:endParaRPr lang="en-GB" sz="1100" b="1" noProof="0"/>
          </a:p>
          <a:p>
            <a:pPr algn="ctr"/>
            <a:endParaRPr lang="en-GB" sz="1100" b="1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55715-3D8F-3CB9-8506-21F3638F7A62}"/>
              </a:ext>
            </a:extLst>
          </p:cNvPr>
          <p:cNvSpPr txBox="1"/>
          <p:nvPr/>
        </p:nvSpPr>
        <p:spPr>
          <a:xfrm>
            <a:off x="7356256" y="4761090"/>
            <a:ext cx="16353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noProof="0"/>
              <a:t>👨🏼‍👩🏽‍👦🏾‍👦🏻</a:t>
            </a:r>
            <a:br>
              <a:rPr lang="en-GB" sz="1100" b="1"/>
            </a:br>
            <a:r>
              <a:rPr lang="en-GB" sz="1100" b="1"/>
              <a:t>Race‑centred discourses</a:t>
            </a:r>
            <a:endParaRPr lang="en-GB" sz="1100" b="1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DEA4AC-A26F-27D2-2B69-20FC8A799F0D}"/>
              </a:ext>
            </a:extLst>
          </p:cNvPr>
          <p:cNvSpPr txBox="1"/>
          <p:nvPr/>
        </p:nvSpPr>
        <p:spPr>
          <a:xfrm>
            <a:off x="9535576" y="4761090"/>
            <a:ext cx="1635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noProof="0"/>
              <a:t>🏁</a:t>
            </a:r>
          </a:p>
          <a:p>
            <a:pPr algn="ctr"/>
            <a:r>
              <a:rPr lang="en-GB" sz="1100" b="1"/>
              <a:t>Critical theory</a:t>
            </a:r>
            <a:endParaRPr lang="en-GB" sz="1100" b="1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4770FA-D9B5-CA5B-6B76-EE7E0A735A53}"/>
              </a:ext>
            </a:extLst>
          </p:cNvPr>
          <p:cNvSpPr/>
          <p:nvPr/>
        </p:nvSpPr>
        <p:spPr>
          <a:xfrm>
            <a:off x="1051181" y="3562974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b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A78F284-6408-02DB-9CF3-ECD412F41996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109035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Qualitative designs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DF9A31-5C7C-5AF2-CA5C-6D6C54BFACA6}"/>
              </a:ext>
            </a:extLst>
          </p:cNvPr>
          <p:cNvGrpSpPr/>
          <p:nvPr/>
        </p:nvGrpSpPr>
        <p:grpSpPr>
          <a:xfrm>
            <a:off x="891590" y="1415403"/>
            <a:ext cx="3118434" cy="646331"/>
            <a:chOff x="4388828" y="2976142"/>
            <a:chExt cx="3118434" cy="6463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7D390B-BBEE-118C-04CB-950DCADF4A6D}"/>
                </a:ext>
              </a:extLst>
            </p:cNvPr>
            <p:cNvSpPr txBox="1"/>
            <p:nvPr/>
          </p:nvSpPr>
          <p:spPr>
            <a:xfrm>
              <a:off x="4982501" y="3045487"/>
              <a:ext cx="2524761" cy="508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Different ways to use qualitative theory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F938C8-6E4D-E059-39AA-940ABB5EFB67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082EF81-E5E0-CD15-44A8-84EA5949694E}"/>
              </a:ext>
            </a:extLst>
          </p:cNvPr>
          <p:cNvSpPr txBox="1"/>
          <p:nvPr/>
        </p:nvSpPr>
        <p:spPr>
          <a:xfrm>
            <a:off x="921434" y="2111381"/>
            <a:ext cx="3810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>
                <a:solidFill>
                  <a:srgbClr val="FF0000"/>
                </a:solidFill>
              </a:rPr>
              <a:t>As a deductive explanation, a theoretical standpoint, or an endpoint for a study</a:t>
            </a:r>
            <a:endParaRPr lang="en-GB" sz="1400" b="1" noProof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964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" grpId="0" animBg="1"/>
      <p:bldP spid="7" grpId="0"/>
      <p:bldP spid="8" grpId="0"/>
      <p:bldP spid="14" grpId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FD4C-680C-7F30-59F6-39C785A5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7161E-2277-8938-BF4A-8A555E65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47F8CE1-4ABB-F08E-DE4B-EC4A140C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D08416-8610-0667-4340-C891C319371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981599-FB0D-9119-2688-B656B9E7E6A3}"/>
              </a:ext>
            </a:extLst>
          </p:cNvPr>
          <p:cNvSpPr txBox="1"/>
          <p:nvPr/>
        </p:nvSpPr>
        <p:spPr>
          <a:xfrm>
            <a:off x="1613685" y="3550963"/>
            <a:ext cx="324278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>
                <a:solidFill>
                  <a:srgbClr val="FF0000"/>
                </a:solidFill>
              </a:rPr>
              <a:t>Endpoint or Closing Point</a:t>
            </a:r>
          </a:p>
          <a:p>
            <a:r>
              <a:rPr lang="en-US" sz="1100"/>
              <a:t>In contrast to the deductive use of theory and the theoretical‑standpoint orientation, </a:t>
            </a:r>
            <a:r>
              <a:rPr lang="en-US" sz="1100" b="1">
                <a:highlight>
                  <a:srgbClr val="FFC000"/>
                </a:highlight>
              </a:rPr>
              <a:t>qualitative studies may employ theory as an endpoint for the study</a:t>
            </a:r>
            <a:r>
              <a:rPr lang="en-US" sz="1100"/>
              <a:t>.</a:t>
            </a:r>
            <a:endParaRPr lang="en-GB" sz="1100" noProof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E0984D-AF79-EFE6-A752-F5E4464927B3}"/>
              </a:ext>
            </a:extLst>
          </p:cNvPr>
          <p:cNvSpPr txBox="1"/>
          <p:nvPr/>
        </p:nvSpPr>
        <p:spPr>
          <a:xfrm>
            <a:off x="5406658" y="1595669"/>
            <a:ext cx="596238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rgbClr val="FF0000"/>
                </a:solidFill>
              </a:rPr>
              <a:t>This theoretical endpoint implies that the qualitative study concludes with a theoretical model, a theory, or a conceptual model. </a:t>
            </a:r>
          </a:p>
          <a:p>
            <a:endParaRPr lang="en-US" sz="1100" b="1" noProof="0">
              <a:solidFill>
                <a:srgbClr val="FF0000"/>
              </a:solidFill>
            </a:endParaRPr>
          </a:p>
          <a:p>
            <a:r>
              <a:rPr lang="en-US" sz="1100" b="1">
                <a:highlight>
                  <a:srgbClr val="FFC000"/>
                </a:highlight>
              </a:rPr>
              <a:t>Qualitative research is an inductive process</a:t>
            </a:r>
            <a:r>
              <a:rPr lang="en-US" sz="1100"/>
              <a:t>: it begins with data, moves toward broader themes, and eventually leads to a </a:t>
            </a:r>
            <a:r>
              <a:rPr lang="en-US" sz="1100" err="1"/>
              <a:t>generalised</a:t>
            </a:r>
            <a:r>
              <a:rPr lang="en-US" sz="1100"/>
              <a:t> model or theory.</a:t>
            </a:r>
            <a:endParaRPr lang="en-GB" sz="1100" noProof="0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A127DCC7-2777-EA8E-C3EE-0D8EAA965A09}"/>
              </a:ext>
            </a:extLst>
          </p:cNvPr>
          <p:cNvSpPr/>
          <p:nvPr/>
        </p:nvSpPr>
        <p:spPr>
          <a:xfrm>
            <a:off x="5124332" y="1484748"/>
            <a:ext cx="282326" cy="3953450"/>
          </a:xfrm>
          <a:prstGeom prst="leftBrace">
            <a:avLst>
              <a:gd name="adj1" fmla="val 58333"/>
              <a:gd name="adj2" fmla="val 59988"/>
            </a:avLst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E8E2E1-1901-ED4F-AA6B-2C4E1B15488E}"/>
              </a:ext>
            </a:extLst>
          </p:cNvPr>
          <p:cNvGrpSpPr/>
          <p:nvPr/>
        </p:nvGrpSpPr>
        <p:grpSpPr>
          <a:xfrm>
            <a:off x="2229411" y="4861289"/>
            <a:ext cx="794704" cy="794704"/>
            <a:chOff x="10048981" y="2395114"/>
            <a:chExt cx="1248038" cy="124803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05A478B-9285-0C96-34F6-F971B08FFFBF}"/>
                </a:ext>
              </a:extLst>
            </p:cNvPr>
            <p:cNvGrpSpPr/>
            <p:nvPr/>
          </p:nvGrpSpPr>
          <p:grpSpPr>
            <a:xfrm>
              <a:off x="10048981" y="2395114"/>
              <a:ext cx="1248038" cy="1248038"/>
              <a:chOff x="10234551" y="2151076"/>
              <a:chExt cx="1248038" cy="124803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1A3D2FF-E2F6-2EAD-5AB3-0357F48994FB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FFAF9F-DEC8-BC7D-20EF-CF3575F6A131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GB" sz="1200" noProof="0"/>
                  <a:t>Inductive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A5B16C-A9DB-F597-D1CE-36FB618E1F12}"/>
                  </a:ext>
                </a:extLst>
              </p:cNvPr>
              <p:cNvSpPr txBox="1"/>
              <p:nvPr/>
            </p:nvSpPr>
            <p:spPr>
              <a:xfrm>
                <a:off x="10415420" y="2746812"/>
                <a:ext cx="895349" cy="49659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660421"/>
                  </a:avLst>
                </a:prstTxWarp>
                <a:spAutoFit/>
              </a:bodyPr>
              <a:lstStyle/>
              <a:p>
                <a:pPr algn="ctr"/>
                <a:r>
                  <a:rPr lang="en-GB" noProof="0"/>
                  <a:t>Approach</a:t>
                </a:r>
              </a:p>
            </p:txBody>
          </p:sp>
        </p:grpSp>
        <p:pic>
          <p:nvPicPr>
            <p:cNvPr id="16" name="Graphic 15" descr="Cause And Effect with solid fill">
              <a:extLst>
                <a:ext uri="{FF2B5EF4-FFF2-40B4-BE49-F238E27FC236}">
                  <a16:creationId xmlns:a16="http://schemas.microsoft.com/office/drawing/2014/main" id="{FCBD096B-4BFA-47F0-D0D4-A0F89FD1F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13164" y="2718468"/>
              <a:ext cx="571845" cy="571845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BF2E18D-E5F8-2FE5-04FC-E5A3F9D564F9}"/>
              </a:ext>
            </a:extLst>
          </p:cNvPr>
          <p:cNvSpPr txBox="1"/>
          <p:nvPr/>
        </p:nvSpPr>
        <p:spPr>
          <a:xfrm>
            <a:off x="8098309" y="2716727"/>
            <a:ext cx="3152561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The process begins </a:t>
            </a:r>
            <a:r>
              <a:rPr lang="en-US" sz="1000" b="1">
                <a:solidFill>
                  <a:prstClr val="black"/>
                </a:solidFill>
                <a:highlight>
                  <a:srgbClr val="FFC000"/>
                </a:highlight>
              </a:rPr>
              <a:t>by gathering detailed information from participants</a:t>
            </a:r>
            <a:r>
              <a:rPr lang="en-US" sz="1000">
                <a:solidFill>
                  <a:prstClr val="black"/>
                </a:solidFill>
              </a:rPr>
              <a:t>, </a:t>
            </a: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which is then </a:t>
            </a:r>
            <a:r>
              <a:rPr lang="en-US" sz="1000" err="1">
                <a:solidFill>
                  <a:schemeClr val="bg1">
                    <a:lumMod val="85000"/>
                  </a:schemeClr>
                </a:solidFill>
              </a:rPr>
              <a:t>organised</a:t>
            </a: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 into categories or themes.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GB" sz="1000" noProof="0">
              <a:solidFill>
                <a:prstClr val="black"/>
              </a:solidFill>
              <a:latin typeface="Aptos" panose="020B0004020202020204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 b="1">
                <a:solidFill>
                  <a:prstClr val="black"/>
                </a:solidFill>
                <a:highlight>
                  <a:srgbClr val="FFC000"/>
                </a:highlight>
              </a:rPr>
              <a:t>These themes are later developed into broader patterns, theories, or </a:t>
            </a:r>
            <a:r>
              <a:rPr lang="en-US" sz="1000" b="1" err="1">
                <a:solidFill>
                  <a:prstClr val="black"/>
                </a:solidFill>
                <a:highlight>
                  <a:srgbClr val="FFC000"/>
                </a:highlight>
              </a:rPr>
              <a:t>generalisations</a:t>
            </a:r>
            <a:r>
              <a:rPr lang="en-US" sz="1000">
                <a:solidFill>
                  <a:prstClr val="black"/>
                </a:solidFill>
              </a:rPr>
              <a:t>, </a:t>
            </a: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which are compared with personal experiences or the existing literature on the topic.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GB" sz="1000" noProof="0">
              <a:solidFill>
                <a:prstClr val="black"/>
              </a:solidFill>
              <a:latin typeface="Aptos" panose="020B0004020202020204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The development of themes and categories into patterns, theories, or </a:t>
            </a:r>
            <a:r>
              <a:rPr lang="en-US" sz="1000" err="1">
                <a:solidFill>
                  <a:schemeClr val="bg1">
                    <a:lumMod val="85000"/>
                  </a:schemeClr>
                </a:solidFill>
              </a:rPr>
              <a:t>generalisations</a:t>
            </a:r>
            <a:r>
              <a:rPr lang="en-US" sz="100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000" b="1">
                <a:solidFill>
                  <a:prstClr val="black"/>
                </a:solidFill>
                <a:highlight>
                  <a:srgbClr val="FFC000"/>
                </a:highlight>
              </a:rPr>
              <a:t>suggests different possible endpoints for qualitative studies</a:t>
            </a:r>
            <a:r>
              <a:rPr lang="en-US" sz="1000">
                <a:solidFill>
                  <a:prstClr val="black"/>
                </a:solidFill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lvl="0">
              <a:defRPr/>
            </a:pPr>
            <a:r>
              <a:rPr lang="en-US" sz="1100">
                <a:solidFill>
                  <a:prstClr val="black"/>
                </a:solidFill>
              </a:rPr>
              <a:t>Unlike the deductive form found in quantitative studies, these pattern‑based theories </a:t>
            </a:r>
            <a:r>
              <a:rPr lang="en-US" sz="1100" b="1">
                <a:solidFill>
                  <a:prstClr val="black"/>
                </a:solidFill>
              </a:rPr>
              <a:t>represent interconnected ideas or components linked to a coherent whole. 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86733A-20B3-3AB5-AA90-CDDAE59984DE}"/>
              </a:ext>
            </a:extLst>
          </p:cNvPr>
          <p:cNvSpPr/>
          <p:nvPr/>
        </p:nvSpPr>
        <p:spPr>
          <a:xfrm>
            <a:off x="5730043" y="2791312"/>
            <a:ext cx="2049967" cy="371267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Open‑ended questions are developed and information is collected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BEF0EF-77B1-5800-58EC-5F72CC7DA9FC}"/>
              </a:ext>
            </a:extLst>
          </p:cNvPr>
          <p:cNvSpPr/>
          <p:nvPr/>
        </p:nvSpPr>
        <p:spPr>
          <a:xfrm>
            <a:off x="5730043" y="3401240"/>
            <a:ext cx="2049967" cy="371267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Secondary data are examined to form themes and categories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987556D-A28E-9211-5235-D9B625DF9482}"/>
              </a:ext>
            </a:extLst>
          </p:cNvPr>
          <p:cNvSpPr/>
          <p:nvPr/>
        </p:nvSpPr>
        <p:spPr>
          <a:xfrm>
            <a:off x="5727500" y="4047234"/>
            <a:ext cx="2049967" cy="460325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Themes and categories are developed into broader patterns, theories, or </a:t>
            </a:r>
            <a:r>
              <a:rPr lang="en-US" sz="900" err="1">
                <a:solidFill>
                  <a:schemeClr val="tx1"/>
                </a:solidFill>
              </a:rPr>
              <a:t>generalisations</a:t>
            </a:r>
            <a:endParaRPr lang="en-GB" sz="900" noProof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AD828E-79AC-19F0-A6BD-961B6B16C4C8}"/>
              </a:ext>
            </a:extLst>
          </p:cNvPr>
          <p:cNvSpPr/>
          <p:nvPr/>
        </p:nvSpPr>
        <p:spPr>
          <a:xfrm>
            <a:off x="5727500" y="4764606"/>
            <a:ext cx="2049967" cy="573452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The researcher proposes </a:t>
            </a:r>
            <a:r>
              <a:rPr lang="en-US" sz="900" err="1">
                <a:solidFill>
                  <a:schemeClr val="tx1"/>
                </a:solidFill>
              </a:rPr>
              <a:t>generalisations</a:t>
            </a:r>
            <a:r>
              <a:rPr lang="en-US" sz="900">
                <a:solidFill>
                  <a:schemeClr val="tx1"/>
                </a:solidFill>
              </a:rPr>
              <a:t> or theories</a:t>
            </a:r>
            <a:endParaRPr lang="en-GB" sz="900" noProof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22BF84-527D-3F64-9630-D0C3FE80D931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6755027" y="3162579"/>
            <a:ext cx="0" cy="23866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7596AB-D84C-ECAE-05A7-92D21D23E15F}"/>
              </a:ext>
            </a:extLst>
          </p:cNvPr>
          <p:cNvCxnSpPr>
            <a:cxnSpLocks/>
            <a:stCxn id="27" idx="0"/>
            <a:endCxn id="26" idx="2"/>
          </p:cNvCxnSpPr>
          <p:nvPr/>
        </p:nvCxnSpPr>
        <p:spPr>
          <a:xfrm flipV="1">
            <a:off x="6752484" y="3772507"/>
            <a:ext cx="2543" cy="27472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D45644-5250-EE78-4138-ECE89FFA2D7B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6752484" y="4507559"/>
            <a:ext cx="0" cy="25704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BF3C44F-CBD0-736E-A93A-3122DF88DC8D}"/>
              </a:ext>
            </a:extLst>
          </p:cNvPr>
          <p:cNvSpPr/>
          <p:nvPr/>
        </p:nvSpPr>
        <p:spPr>
          <a:xfrm>
            <a:off x="5529381" y="2611662"/>
            <a:ext cx="336078" cy="336078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67347D-3A85-E027-2863-932BE27F52E6}"/>
              </a:ext>
            </a:extLst>
          </p:cNvPr>
          <p:cNvSpPr/>
          <p:nvPr/>
        </p:nvSpPr>
        <p:spPr>
          <a:xfrm>
            <a:off x="5529381" y="3220403"/>
            <a:ext cx="336078" cy="336078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C26F719-760E-992C-8840-4DD3B328721C}"/>
              </a:ext>
            </a:extLst>
          </p:cNvPr>
          <p:cNvSpPr/>
          <p:nvPr/>
        </p:nvSpPr>
        <p:spPr>
          <a:xfrm>
            <a:off x="5529381" y="3863981"/>
            <a:ext cx="336078" cy="336078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00762B-DC08-A356-D403-E9BCE8B61987}"/>
              </a:ext>
            </a:extLst>
          </p:cNvPr>
          <p:cNvSpPr/>
          <p:nvPr/>
        </p:nvSpPr>
        <p:spPr>
          <a:xfrm>
            <a:off x="5526840" y="4576816"/>
            <a:ext cx="336078" cy="336078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CE6A8F0-7B68-5D2C-CF69-E1DC57D8ABCE}"/>
              </a:ext>
            </a:extLst>
          </p:cNvPr>
          <p:cNvSpPr/>
          <p:nvPr/>
        </p:nvSpPr>
        <p:spPr>
          <a:xfrm>
            <a:off x="1051181" y="3562974"/>
            <a:ext cx="401320" cy="401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17CD983-1546-61E5-4CAB-98571CF5C6EB}"/>
              </a:ext>
            </a:extLst>
          </p:cNvPr>
          <p:cNvSpPr txBox="1">
            <a:spLocks/>
          </p:cNvSpPr>
          <p:nvPr/>
        </p:nvSpPr>
        <p:spPr>
          <a:xfrm>
            <a:off x="891589" y="501651"/>
            <a:ext cx="4109035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Qualitative designs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F2907A-8CF7-72B7-A4EF-6D21E950092E}"/>
              </a:ext>
            </a:extLst>
          </p:cNvPr>
          <p:cNvGrpSpPr/>
          <p:nvPr/>
        </p:nvGrpSpPr>
        <p:grpSpPr>
          <a:xfrm>
            <a:off x="891590" y="1415403"/>
            <a:ext cx="3118434" cy="646331"/>
            <a:chOff x="4388828" y="2976142"/>
            <a:chExt cx="3118434" cy="64633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359599-D96A-1B93-191B-9E8B26A2D223}"/>
                </a:ext>
              </a:extLst>
            </p:cNvPr>
            <p:cNvSpPr txBox="1"/>
            <p:nvPr/>
          </p:nvSpPr>
          <p:spPr>
            <a:xfrm>
              <a:off x="4982501" y="3045487"/>
              <a:ext cx="2524761" cy="508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Different ways to use qualitative theory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FA9C02-162C-6B41-7C30-CE3E1BF6CE70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DC4F3C1-CD4C-81AF-8B31-9B749C791251}"/>
              </a:ext>
            </a:extLst>
          </p:cNvPr>
          <p:cNvSpPr txBox="1"/>
          <p:nvPr/>
        </p:nvSpPr>
        <p:spPr>
          <a:xfrm>
            <a:off x="921434" y="2111381"/>
            <a:ext cx="3810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>
                <a:solidFill>
                  <a:srgbClr val="FF0000"/>
                </a:solidFill>
              </a:rPr>
              <a:t>As a deductive explanation, a theoretical standpoint, or an endpoint for a study</a:t>
            </a:r>
            <a:endParaRPr lang="en-GB" sz="1400" b="1" noProof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194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1" grpId="0" animBg="1"/>
      <p:bldP spid="23" grpId="0"/>
      <p:bldP spid="25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35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0">
              <a:srgbClr val="FFC000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FBC25-B650-B674-7171-5E332357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7BD5F-6694-D9E0-F215-7CF76139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E96D3A3E-389E-6C86-0B47-E3E8CA8DA263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1757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Qualitative designs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E5FB85D-7E0C-60F6-D6B5-B56517F6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146AD13-8C65-7A31-4BA0-8D03984D8775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D24E6EC9-2C60-312F-2464-4A96A3D47A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E2B9BA-10CF-48FA-43BF-E3075E5BCABE}"/>
              </a:ext>
            </a:extLst>
          </p:cNvPr>
          <p:cNvGrpSpPr/>
          <p:nvPr/>
        </p:nvGrpSpPr>
        <p:grpSpPr>
          <a:xfrm>
            <a:off x="3677855" y="3249393"/>
            <a:ext cx="2485064" cy="782169"/>
            <a:chOff x="1812358" y="2976142"/>
            <a:chExt cx="2485064" cy="7821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A9D615-13A9-AC01-E8EA-76EC03B70DEF}"/>
                </a:ext>
              </a:extLst>
            </p:cNvPr>
            <p:cNvSpPr txBox="1"/>
            <p:nvPr/>
          </p:nvSpPr>
          <p:spPr>
            <a:xfrm>
              <a:off x="2406032" y="3045487"/>
              <a:ext cx="1891390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D215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Different ways to use qualitative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D215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DDCFE9-8C24-8262-47B7-CA0F7748B374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srgbClr val="FFD215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FFD215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D4E973E-9B1C-1867-29DF-9B5EEB5684B8}"/>
              </a:ext>
            </a:extLst>
          </p:cNvPr>
          <p:cNvGrpSpPr/>
          <p:nvPr/>
        </p:nvGrpSpPr>
        <p:grpSpPr>
          <a:xfrm>
            <a:off x="6254325" y="3249393"/>
            <a:ext cx="2485064" cy="646331"/>
            <a:chOff x="4388828" y="2976142"/>
            <a:chExt cx="2485064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4C8A8E-CF95-B3CC-06EB-653BA2363082}"/>
                </a:ext>
              </a:extLst>
            </p:cNvPr>
            <p:cNvSpPr txBox="1"/>
            <p:nvPr/>
          </p:nvSpPr>
          <p:spPr>
            <a:xfrm>
              <a:off x="4982502" y="3045487"/>
              <a:ext cx="1891390" cy="50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Inclusion of qualitative theory</a:t>
              </a:r>
              <a:endPara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BE9DA5-CC76-18FE-F12C-7391E5DE03FC}"/>
                </a:ext>
              </a:extLst>
            </p:cNvPr>
            <p:cNvSpPr txBox="1"/>
            <p:nvPr/>
          </p:nvSpPr>
          <p:spPr>
            <a:xfrm>
              <a:off x="4388828" y="2976142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2.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2FD59A-C757-E17A-6B28-CABC7CD548AA}"/>
              </a:ext>
            </a:extLst>
          </p:cNvPr>
          <p:cNvGrpSpPr/>
          <p:nvPr/>
        </p:nvGrpSpPr>
        <p:grpSpPr>
          <a:xfrm>
            <a:off x="10074537" y="501650"/>
            <a:ext cx="933450" cy="933450"/>
            <a:chOff x="5367213" y="2804981"/>
            <a:chExt cx="1248038" cy="124803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483A524-D9C3-916E-4802-C19E32BEABB5}"/>
                </a:ext>
              </a:extLst>
            </p:cNvPr>
            <p:cNvGrpSpPr/>
            <p:nvPr/>
          </p:nvGrpSpPr>
          <p:grpSpPr>
            <a:xfrm>
              <a:off x="5367213" y="2804981"/>
              <a:ext cx="1248038" cy="1248038"/>
              <a:chOff x="10234551" y="2151076"/>
              <a:chExt cx="1248038" cy="124803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BBB8BAA-C696-C723-342D-32C2D545EF7E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60D740-1D30-691E-6480-8489138DEE97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Qualitative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78189D-28E2-E8AE-4C01-EB55C525040C}"/>
                </a:ext>
              </a:extLst>
            </p:cNvPr>
            <p:cNvSpPr txBox="1"/>
            <p:nvPr/>
          </p:nvSpPr>
          <p:spPr>
            <a:xfrm>
              <a:off x="5757895" y="3139567"/>
              <a:ext cx="593674" cy="617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2</a:t>
              </a:r>
            </a:p>
          </p:txBody>
        </p:sp>
      </p:grpSp>
      <p:pic>
        <p:nvPicPr>
          <p:cNvPr id="35" name="Picture 4" descr="No hay ninguna descripción de la foto disponible.">
            <a:extLst>
              <a:ext uri="{FF2B5EF4-FFF2-40B4-BE49-F238E27FC236}">
                <a16:creationId xmlns:a16="http://schemas.microsoft.com/office/drawing/2014/main" id="{81EC911B-5AC7-11A7-94F8-0C2A21D1A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51FEA-AFCD-937B-49A2-4C749B008185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548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9787E-B4AB-C7C9-9AE3-FE5F8D01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0EB21B3-3485-2C4F-617A-9C86209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6636D2-D0B0-BE3B-BAD6-10707828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0BDBA3-8B3E-936F-7FD3-EA5841335882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theory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16FAF7-057E-E826-66A8-5AA0299467E5}"/>
              </a:ext>
            </a:extLst>
          </p:cNvPr>
          <p:cNvGrpSpPr/>
          <p:nvPr/>
        </p:nvGrpSpPr>
        <p:grpSpPr>
          <a:xfrm>
            <a:off x="5367213" y="2804981"/>
            <a:ext cx="1248038" cy="1248038"/>
            <a:chOff x="10234551" y="2151076"/>
            <a:chExt cx="1248038" cy="1248038"/>
          </a:xfrm>
          <a:solidFill>
            <a:srgbClr val="FFC000"/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3F8EBAB-1211-E93A-AD92-2F014B31364E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771EED-1F3E-1E8F-EB28-469224C548D9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grp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rPr>
                <a:t>Qualitative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DBDADFB-8BE5-DA0F-95E0-9017653DE3C8}"/>
              </a:ext>
            </a:extLst>
          </p:cNvPr>
          <p:cNvGrpSpPr/>
          <p:nvPr/>
        </p:nvGrpSpPr>
        <p:grpSpPr>
          <a:xfrm>
            <a:off x="2883669" y="2804981"/>
            <a:ext cx="1248038" cy="1248038"/>
            <a:chOff x="718594" y="4663575"/>
            <a:chExt cx="1248038" cy="1248038"/>
          </a:xfrm>
          <a:solidFill>
            <a:srgbClr val="EB2222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ECD7C33-8160-5C06-A104-8257A0203E65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F9C9382-883E-2DF5-0171-A35A56B1D630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5B492C-DB77-0FBA-0833-EAEFD59B56BB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grp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Quantitative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E32671-3548-ABFC-3394-4BA5DE57A0DD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</a:t>
              </a:r>
              <a:endParaRPr kumimoji="0" lang="en-GB" sz="3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52040F9-F3B9-A2F6-63C0-BDBF42B05A47}"/>
              </a:ext>
            </a:extLst>
          </p:cNvPr>
          <p:cNvSpPr txBox="1"/>
          <p:nvPr/>
        </p:nvSpPr>
        <p:spPr>
          <a:xfrm>
            <a:off x="5757895" y="3139567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7B8D29-2392-1558-73F3-72FA8897CF0C}"/>
              </a:ext>
            </a:extLst>
          </p:cNvPr>
          <p:cNvGrpSpPr/>
          <p:nvPr/>
        </p:nvGrpSpPr>
        <p:grpSpPr>
          <a:xfrm>
            <a:off x="7850757" y="2804981"/>
            <a:ext cx="1248038" cy="1248038"/>
            <a:chOff x="718594" y="4663575"/>
            <a:chExt cx="1248038" cy="12480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921A71-4BC1-8586-0C41-07E7E3D8622F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E3318C1-8B4E-122F-86FD-EB4461C8346B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6559F9-F61F-FBCF-751B-39B8F7A5FF9B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Mixed methods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BC59A6-8465-D677-83BD-F517EB1B415B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9A817C3-3FFC-A7DF-8D3D-410644C1AEE1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A0EB0-1CD6-A0C2-1D61-0F77131A98EF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2E6AF7-8DDB-B3AC-DA60-44F5A2126F4C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5D9356-59F4-70D6-718F-19E0DBEB6B4B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5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0">
              <a:srgbClr val="F57D15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836F3-1E00-2F49-8B50-A5CE9B2E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94344-1549-10B2-BD7D-12FD93BB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95B2046D-CA82-3D76-D2AF-7E91B80B0BC5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373375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>
                <a:solidFill>
                  <a:schemeClr val="bg1"/>
                </a:solidFill>
                <a:latin typeface="Aptos SemiBold" panose="020F0502020204030204" pitchFamily="34" charset="0"/>
              </a:rPr>
              <a:t>Use of theory:</a:t>
            </a:r>
          </a:p>
          <a:p>
            <a:pPr lvl="0">
              <a:lnSpc>
                <a:spcPct val="80000"/>
              </a:lnSpc>
              <a:defRPr/>
            </a:pPr>
            <a:r>
              <a:rPr lang="en-GB" sz="3200" b="1">
                <a:solidFill>
                  <a:schemeClr val="bg1"/>
                </a:solidFill>
                <a:latin typeface="Aptos SemiBold" panose="020F0502020204030204" pitchFamily="34" charset="0"/>
              </a:rPr>
              <a:t>Mixed methods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057104E-8218-19F3-1E1D-B17CD80F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D0A2071-A26C-C1E4-5A27-5BEBE7202622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B3958E9-4CA7-7AA3-E8DC-F27DCC1EFF0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Análisis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de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35" name="Picture 4" descr="No hay ninguna descripción de la foto disponible.">
            <a:extLst>
              <a:ext uri="{FF2B5EF4-FFF2-40B4-BE49-F238E27FC236}">
                <a16:creationId xmlns:a16="http://schemas.microsoft.com/office/drawing/2014/main" id="{F658AA54-D84A-D9CC-F53F-184029646C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09469B1-7C61-1964-A47C-13CBBE369C05}"/>
              </a:ext>
            </a:extLst>
          </p:cNvPr>
          <p:cNvGrpSpPr/>
          <p:nvPr/>
        </p:nvGrpSpPr>
        <p:grpSpPr>
          <a:xfrm>
            <a:off x="10074537" y="516004"/>
            <a:ext cx="933451" cy="933451"/>
            <a:chOff x="718594" y="4663575"/>
            <a:chExt cx="1248038" cy="1248038"/>
          </a:xfrm>
          <a:solidFill>
            <a:schemeClr val="tx1">
              <a:lumMod val="85000"/>
              <a:lumOff val="15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DF8138-6C35-B230-A63E-97FB92E21327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  <a:grpFill/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DEB8FA-BA3D-891D-9957-A1C6AC016E88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57D1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E9652A-D105-9DDF-1A9A-0750DC21E978}"/>
                  </a:ext>
                </a:extLst>
              </p:cNvPr>
              <p:cNvSpPr txBox="1"/>
              <p:nvPr/>
            </p:nvSpPr>
            <p:spPr>
              <a:xfrm>
                <a:off x="10398241" y="2317567"/>
                <a:ext cx="927943" cy="89908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ptos" panose="020B0004020202020204"/>
                    <a:ea typeface="+mn-ea"/>
                    <a:cs typeface="+mn-cs"/>
                  </a:rPr>
                  <a:t>Mixed methods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4E5597-8260-E831-2DDE-499E63EF6C32}"/>
                </a:ext>
              </a:extLst>
            </p:cNvPr>
            <p:cNvSpPr txBox="1"/>
            <p:nvPr/>
          </p:nvSpPr>
          <p:spPr>
            <a:xfrm>
              <a:off x="1104412" y="5002399"/>
              <a:ext cx="593673" cy="617253"/>
            </a:xfrm>
            <a:prstGeom prst="rect">
              <a:avLst/>
            </a:prstGeom>
            <a:solidFill>
              <a:srgbClr val="F57D15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2724E4-7BAB-7D96-B711-007AF2B5B6AF}"/>
              </a:ext>
            </a:extLst>
          </p:cNvPr>
          <p:cNvSpPr txBox="1"/>
          <p:nvPr/>
        </p:nvSpPr>
        <p:spPr>
          <a:xfrm>
            <a:off x="891589" y="1741347"/>
            <a:ext cx="7847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Creswell (2018) proposes the existence of two types of theoretical use in mixed‑methods studies: </a:t>
            </a:r>
            <a:r>
              <a:rPr lang="en-US" b="1">
                <a:highlight>
                  <a:srgbClr val="FFD215"/>
                </a:highlight>
              </a:rPr>
              <a:t>discipline‑based theories and social‑justice‑based theories.</a:t>
            </a:r>
            <a:endParaRPr lang="en-GB" noProof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102447-B93A-5FC5-F560-A57E5F3DE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6541" t="-13170" r="-5226" b="13768"/>
          <a:stretch/>
        </p:blipFill>
        <p:spPr>
          <a:xfrm>
            <a:off x="1712554" y="3008384"/>
            <a:ext cx="933452" cy="933450"/>
          </a:xfrm>
          <a:prstGeom prst="ellipse">
            <a:avLst/>
          </a:prstGeom>
          <a:solidFill>
            <a:srgbClr val="FFD21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6CC6AF7-D2AD-5F92-1C87-C5ED8B267EB3}"/>
              </a:ext>
            </a:extLst>
          </p:cNvPr>
          <p:cNvSpPr txBox="1"/>
          <p:nvPr/>
        </p:nvSpPr>
        <p:spPr>
          <a:xfrm>
            <a:off x="2777675" y="3008384"/>
            <a:ext cx="569595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Discipline‑Based Theory</a:t>
            </a:r>
          </a:p>
          <a:p>
            <a:r>
              <a:rPr lang="en-US" sz="1200">
                <a:solidFill>
                  <a:schemeClr val="bg1"/>
                </a:solidFill>
              </a:rPr>
              <a:t>Drawn from the literature in the social, </a:t>
            </a:r>
            <a:r>
              <a:rPr lang="en-US" sz="1200" err="1">
                <a:solidFill>
                  <a:schemeClr val="bg1"/>
                </a:solidFill>
              </a:rPr>
              <a:t>behavioural</a:t>
            </a:r>
            <a:r>
              <a:rPr lang="en-US" sz="1200">
                <a:solidFill>
                  <a:schemeClr val="bg1"/>
                </a:solidFill>
              </a:rPr>
              <a:t>, or health sciences. Examples include:</a:t>
            </a:r>
          </a:p>
          <a:p>
            <a:endParaRPr lang="en-GB" sz="1200" noProof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chemeClr val="bg1"/>
                </a:solidFill>
              </a:rPr>
              <a:t>organisational</a:t>
            </a:r>
            <a:r>
              <a:rPr lang="en-US" sz="1200">
                <a:solidFill>
                  <a:schemeClr val="bg1"/>
                </a:solidFill>
              </a:rPr>
              <a:t> theories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leadership theories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adoption theories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attribution theories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health‑promotion theories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bg1"/>
              </a:solidFill>
            </a:endParaRPr>
          </a:p>
          <a:p>
            <a:r>
              <a:rPr lang="en-US" sz="1200">
                <a:solidFill>
                  <a:schemeClr val="bg1"/>
                </a:solidFill>
              </a:rPr>
              <a:t>These theories typically </a:t>
            </a:r>
            <a:r>
              <a:rPr lang="en-US" sz="1200" b="1">
                <a:highlight>
                  <a:srgbClr val="FFD215"/>
                </a:highlight>
              </a:rPr>
              <a:t>identify variables or constructs, interrelate them, and explain expected outcomes for individuals and </a:t>
            </a:r>
            <a:r>
              <a:rPr lang="en-US" sz="1200" b="1" err="1">
                <a:highlight>
                  <a:srgbClr val="FFD215"/>
                </a:highlight>
              </a:rPr>
              <a:t>organisations</a:t>
            </a:r>
            <a:r>
              <a:rPr lang="en-US" sz="1200" b="1">
                <a:highlight>
                  <a:srgbClr val="FFD215"/>
                </a:highlight>
              </a:rPr>
              <a:t>.</a:t>
            </a:r>
            <a:endParaRPr lang="en-GB" sz="1200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DCCFC-78E8-DCC2-7108-872333593D2E}"/>
              </a:ext>
            </a:extLst>
          </p:cNvPr>
          <p:cNvSpPr/>
          <p:nvPr/>
        </p:nvSpPr>
        <p:spPr>
          <a:xfrm>
            <a:off x="237326" y="6356348"/>
            <a:ext cx="5174011" cy="365125"/>
          </a:xfrm>
          <a:prstGeom prst="rect">
            <a:avLst/>
          </a:prstGeom>
          <a:solidFill>
            <a:srgbClr val="F57D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46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888EC-D72C-E4EA-D818-CD84EB7C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6A05B-0260-D84D-8589-82E8BD1E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132E8336-B6BE-EC67-724B-9BB02DB6EE24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38709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 theory: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Mixed methods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F2756FB-8CEF-BEFF-9BFC-FA081793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7B4AABD-A442-0065-35B8-E2262182C47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48E681-0B95-F4B0-1001-1FE003536200}"/>
              </a:ext>
            </a:extLst>
          </p:cNvPr>
          <p:cNvGrpSpPr/>
          <p:nvPr/>
        </p:nvGrpSpPr>
        <p:grpSpPr>
          <a:xfrm>
            <a:off x="914142" y="2066815"/>
            <a:ext cx="3420369" cy="669509"/>
            <a:chOff x="1812358" y="2976142"/>
            <a:chExt cx="3420369" cy="66950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B4A748-3CCC-FC07-98D0-612C61A88472}"/>
                </a:ext>
              </a:extLst>
            </p:cNvPr>
            <p:cNvSpPr txBox="1"/>
            <p:nvPr/>
          </p:nvSpPr>
          <p:spPr>
            <a:xfrm>
              <a:off x="2285709" y="3045487"/>
              <a:ext cx="294701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provides a framework for </a:t>
              </a:r>
              <a:r>
                <a:rPr lang="en-US" sz="1100" noProof="0" err="1"/>
                <a:t>organising</a:t>
              </a:r>
              <a:r>
                <a:rPr lang="en-US" sz="1100" noProof="0"/>
                <a:t> and reporting both quantitative and qualitative data.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F2B45C-5D61-2A83-5EF3-1E5931578A44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1.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BA2CB9E-E745-BCB1-4800-ADA7BAD9BBBE}"/>
              </a:ext>
            </a:extLst>
          </p:cNvPr>
          <p:cNvSpPr txBox="1"/>
          <p:nvPr/>
        </p:nvSpPr>
        <p:spPr>
          <a:xfrm>
            <a:off x="820769" y="1465835"/>
            <a:ext cx="4013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/>
              <a:t>Why is theory important in mixed‑methods research?</a:t>
            </a:r>
            <a:endParaRPr lang="en-GB" sz="1400" noProof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C49330-81E7-E971-6D52-F2E91238D7C6}"/>
              </a:ext>
            </a:extLst>
          </p:cNvPr>
          <p:cNvGrpSpPr/>
          <p:nvPr/>
        </p:nvGrpSpPr>
        <p:grpSpPr>
          <a:xfrm>
            <a:off x="891590" y="2708764"/>
            <a:ext cx="3750587" cy="500232"/>
            <a:chOff x="1812358" y="2976142"/>
            <a:chExt cx="3750587" cy="5002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C5B7130-1EA2-FB2C-DE47-BFC2B36CF55C}"/>
                </a:ext>
              </a:extLst>
            </p:cNvPr>
            <p:cNvSpPr txBox="1"/>
            <p:nvPr/>
          </p:nvSpPr>
          <p:spPr>
            <a:xfrm>
              <a:off x="2285709" y="3045487"/>
              <a:ext cx="327723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brings together separate investigations or studies and highlights shared concepts or ideas.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50BA323-9B6F-F981-551C-7BDF013F2ADD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4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2</a:t>
              </a: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A6BC11C-1E59-608E-68D9-BA11E867FFF4}"/>
              </a:ext>
            </a:extLst>
          </p:cNvPr>
          <p:cNvGrpSpPr/>
          <p:nvPr/>
        </p:nvGrpSpPr>
        <p:grpSpPr>
          <a:xfrm>
            <a:off x="891590" y="3249095"/>
            <a:ext cx="3750587" cy="808008"/>
            <a:chOff x="1812358" y="2976142"/>
            <a:chExt cx="3750587" cy="80800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F43E1A-4A1C-3971-606C-3F43FE736EC6}"/>
                </a:ext>
              </a:extLst>
            </p:cNvPr>
            <p:cNvSpPr txBox="1"/>
            <p:nvPr/>
          </p:nvSpPr>
          <p:spPr>
            <a:xfrm>
              <a:off x="2285709" y="3014709"/>
              <a:ext cx="3277236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develops a common understanding among members of the research team, stakeholders, and funders regarding the underlying framework of a study.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201D59D-348D-FB5F-CF7C-FD7B7ED839ED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3.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D594701-5135-1938-85C5-52DA4EB733B1}"/>
              </a:ext>
            </a:extLst>
          </p:cNvPr>
          <p:cNvGrpSpPr/>
          <p:nvPr/>
        </p:nvGrpSpPr>
        <p:grpSpPr>
          <a:xfrm>
            <a:off x="891590" y="3984691"/>
            <a:ext cx="3388292" cy="500232"/>
            <a:chOff x="1812358" y="2976142"/>
            <a:chExt cx="3388292" cy="5002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A734C6-8628-D920-B466-2875F6B9683C}"/>
                </a:ext>
              </a:extLst>
            </p:cNvPr>
            <p:cNvSpPr txBox="1"/>
            <p:nvPr/>
          </p:nvSpPr>
          <p:spPr>
            <a:xfrm>
              <a:off x="2253632" y="3045487"/>
              <a:ext cx="294701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offers a prediction of what the researcher expects to learn.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DD4322D-C52D-5B98-BC3B-F99FE8B81627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4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4</a:t>
              </a: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1D39F5-BAEB-396F-FCB7-D69E1D1DE75C}"/>
              </a:ext>
            </a:extLst>
          </p:cNvPr>
          <p:cNvGrpSpPr/>
          <p:nvPr/>
        </p:nvGrpSpPr>
        <p:grpSpPr>
          <a:xfrm>
            <a:off x="891590" y="4484923"/>
            <a:ext cx="3718510" cy="500232"/>
            <a:chOff x="1812358" y="2976142"/>
            <a:chExt cx="3718510" cy="5002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0BAC55-B4BF-7A2A-5F9B-88EE432954DF}"/>
                </a:ext>
              </a:extLst>
            </p:cNvPr>
            <p:cNvSpPr txBox="1"/>
            <p:nvPr/>
          </p:nvSpPr>
          <p:spPr>
            <a:xfrm>
              <a:off x="2253632" y="3045487"/>
              <a:ext cx="327723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links concepts and ideas, often in a temporal order.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A6EC0C-2EBC-F38C-5524-C7154B64B9EF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5.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7DEF62F-C1AA-4BF1-BBB7-AAA71D50526B}"/>
              </a:ext>
            </a:extLst>
          </p:cNvPr>
          <p:cNvGrpSpPr/>
          <p:nvPr/>
        </p:nvGrpSpPr>
        <p:grpSpPr>
          <a:xfrm>
            <a:off x="891590" y="4964040"/>
            <a:ext cx="3718510" cy="497380"/>
            <a:chOff x="1812358" y="2976142"/>
            <a:chExt cx="3718510" cy="49738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43400A5-3BE3-7119-0A05-A9AB69C9E206}"/>
                </a:ext>
              </a:extLst>
            </p:cNvPr>
            <p:cNvSpPr txBox="1"/>
            <p:nvPr/>
          </p:nvSpPr>
          <p:spPr>
            <a:xfrm>
              <a:off x="2253632" y="3042635"/>
              <a:ext cx="327723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noProof="0"/>
                <a:t>It provides a visual model to understand the overall direction of a study.</a:t>
              </a:r>
              <a:endParaRPr kumimoji="0" lang="en-GB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5771EB-8984-0185-6075-C9CDE7376396}"/>
                </a:ext>
              </a:extLst>
            </p:cNvPr>
            <p:cNvSpPr txBox="1"/>
            <p:nvPr/>
          </p:nvSpPr>
          <p:spPr>
            <a:xfrm>
              <a:off x="1812358" y="2976142"/>
              <a:ext cx="5936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400" noProof="0">
                  <a:solidFill>
                    <a:srgbClr val="FF0000"/>
                  </a:solidFill>
                  <a:latin typeface="Aptos Black" panose="020B0004020202020204" pitchFamily="34" charset="0"/>
                </a:rPr>
                <a:t>6</a:t>
              </a: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 Black" panose="020B0004020202020204" pitchFamily="34" charset="0"/>
                  <a:ea typeface="+mn-ea"/>
                  <a:cs typeface="+mn-cs"/>
                </a:rPr>
                <a:t>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3EF96D5-27C4-F28A-35AC-108C5CE7437B}"/>
              </a:ext>
            </a:extLst>
          </p:cNvPr>
          <p:cNvSpPr txBox="1"/>
          <p:nvPr/>
        </p:nvSpPr>
        <p:spPr>
          <a:xfrm>
            <a:off x="5388909" y="1465835"/>
            <a:ext cx="4597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>
                <a:solidFill>
                  <a:srgbClr val="FF0000"/>
                </a:solidFill>
              </a:rPr>
              <a:t>Differences between a Theory and a Worldview </a:t>
            </a:r>
            <a:endParaRPr lang="en-GB" sz="1600" noProof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5CE457-4B8A-8FE4-B6CA-561FF3FFA336}"/>
              </a:ext>
            </a:extLst>
          </p:cNvPr>
          <p:cNvSpPr txBox="1"/>
          <p:nvPr/>
        </p:nvSpPr>
        <p:spPr>
          <a:xfrm>
            <a:off x="5388909" y="1972847"/>
            <a:ext cx="57497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 worldview </a:t>
            </a:r>
            <a:r>
              <a:rPr lang="en-US" sz="1200" b="1">
                <a:highlight>
                  <a:srgbClr val="FFD215"/>
                </a:highlight>
              </a:rPr>
              <a:t>concerns the researcher’s beliefs and values </a:t>
            </a:r>
            <a:r>
              <a:rPr lang="en-US" sz="1200"/>
              <a:t>and how these shape a study.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Theories are less abstract, drawn from the literature, and </a:t>
            </a:r>
            <a:r>
              <a:rPr lang="en-US" sz="1200" b="1">
                <a:highlight>
                  <a:srgbClr val="FFD215"/>
                </a:highlight>
              </a:rPr>
              <a:t>provide a guiding perspective for designing aspects of the research process</a:t>
            </a:r>
            <a:r>
              <a:rPr lang="en-US" sz="1200"/>
              <a:t>.</a:t>
            </a:r>
            <a:endParaRPr lang="en-GB" sz="1200" noProof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872EA1B-7098-62B0-BED4-6AB83CFE098F}"/>
              </a:ext>
            </a:extLst>
          </p:cNvPr>
          <p:cNvSpPr/>
          <p:nvPr/>
        </p:nvSpPr>
        <p:spPr>
          <a:xfrm>
            <a:off x="6383269" y="3369036"/>
            <a:ext cx="3605602" cy="371267"/>
          </a:xfrm>
          <a:prstGeom prst="roundRect">
            <a:avLst/>
          </a:prstGeom>
          <a:noFill/>
          <a:ln w="9525">
            <a:solidFill>
              <a:srgbClr val="F57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000" b="1">
                <a:solidFill>
                  <a:schemeClr val="tx1"/>
                </a:solidFill>
              </a:rPr>
              <a:t>Worldview</a:t>
            </a:r>
            <a:endParaRPr lang="en-GB" sz="1000" b="1" noProof="0">
              <a:solidFill>
                <a:schemeClr val="tx1"/>
              </a:solidFill>
            </a:endParaRPr>
          </a:p>
          <a:p>
            <a:pPr algn="r"/>
            <a:r>
              <a:rPr lang="en-US" sz="1000">
                <a:solidFill>
                  <a:schemeClr val="tx1"/>
                </a:solidFill>
              </a:rPr>
              <a:t> beliefs or values held by the researcher</a:t>
            </a:r>
            <a:endParaRPr lang="en-GB" sz="1000" noProof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5945407-A583-C776-E9B9-E71488813E40}"/>
              </a:ext>
            </a:extLst>
          </p:cNvPr>
          <p:cNvSpPr/>
          <p:nvPr/>
        </p:nvSpPr>
        <p:spPr>
          <a:xfrm>
            <a:off x="6383269" y="3978964"/>
            <a:ext cx="3605602" cy="371267"/>
          </a:xfrm>
          <a:prstGeom prst="roundRect">
            <a:avLst/>
          </a:prstGeom>
          <a:noFill/>
          <a:ln w="9525">
            <a:solidFill>
              <a:srgbClr val="F57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000" b="1">
                <a:solidFill>
                  <a:schemeClr val="tx1"/>
                </a:solidFill>
              </a:rPr>
              <a:t>Theoretical perspective</a:t>
            </a:r>
          </a:p>
          <a:p>
            <a:pPr algn="r"/>
            <a:r>
              <a:rPr lang="en-GB" sz="1000" b="1">
                <a:solidFill>
                  <a:schemeClr val="tx1"/>
                </a:solidFill>
              </a:rPr>
              <a:t> </a:t>
            </a:r>
            <a:r>
              <a:rPr lang="en-US" sz="1000">
                <a:solidFill>
                  <a:schemeClr val="tx1"/>
                </a:solidFill>
              </a:rPr>
              <a:t>feminist theory, social constructivism, human capital theory</a:t>
            </a:r>
            <a:endParaRPr lang="en-GB" sz="1000" b="1" noProof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50E1FEA-04E6-860A-67AE-217B349D6746}"/>
              </a:ext>
            </a:extLst>
          </p:cNvPr>
          <p:cNvSpPr/>
          <p:nvPr/>
        </p:nvSpPr>
        <p:spPr>
          <a:xfrm>
            <a:off x="6380726" y="4624958"/>
            <a:ext cx="3605602" cy="460325"/>
          </a:xfrm>
          <a:prstGeom prst="roundRect">
            <a:avLst/>
          </a:prstGeom>
          <a:noFill/>
          <a:ln w="9525">
            <a:solidFill>
              <a:srgbClr val="F57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000" b="1">
                <a:solidFill>
                  <a:schemeClr val="tx1"/>
                </a:solidFill>
              </a:rPr>
              <a:t>Methodological approach</a:t>
            </a:r>
          </a:p>
          <a:p>
            <a:pPr algn="r"/>
            <a:r>
              <a:rPr lang="en-GB" sz="1000">
                <a:solidFill>
                  <a:schemeClr val="tx1"/>
                </a:solidFill>
              </a:rPr>
              <a:t>ethnography, experimentation</a:t>
            </a:r>
            <a:r>
              <a:rPr lang="en-GB" sz="1000" b="1">
                <a:solidFill>
                  <a:schemeClr val="tx1"/>
                </a:solidFill>
              </a:rPr>
              <a:t> </a:t>
            </a:r>
            <a:endParaRPr lang="en-GB" sz="1000" b="1" noProof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36D09D1-D410-5816-0D3A-95875A688BC8}"/>
              </a:ext>
            </a:extLst>
          </p:cNvPr>
          <p:cNvSpPr/>
          <p:nvPr/>
        </p:nvSpPr>
        <p:spPr>
          <a:xfrm>
            <a:off x="6380726" y="5342330"/>
            <a:ext cx="3605602" cy="420951"/>
          </a:xfrm>
          <a:prstGeom prst="roundRect">
            <a:avLst/>
          </a:prstGeom>
          <a:noFill/>
          <a:ln w="9525">
            <a:solidFill>
              <a:srgbClr val="F57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000" b="1">
                <a:solidFill>
                  <a:schemeClr val="tx1"/>
                </a:solidFill>
              </a:rPr>
              <a:t>Data‑collection methods</a:t>
            </a:r>
          </a:p>
          <a:p>
            <a:pPr algn="r"/>
            <a:r>
              <a:rPr lang="en-GB" sz="1000" b="1">
                <a:solidFill>
                  <a:schemeClr val="tx1"/>
                </a:solidFill>
              </a:rPr>
              <a:t> </a:t>
            </a:r>
            <a:r>
              <a:rPr lang="en-GB" sz="1000">
                <a:solidFill>
                  <a:schemeClr val="tx1"/>
                </a:solidFill>
              </a:rPr>
              <a:t>interviews, surveys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590C487-5CD3-8CD4-78F5-FA40E035B0F3}"/>
              </a:ext>
            </a:extLst>
          </p:cNvPr>
          <p:cNvCxnSpPr>
            <a:cxnSpLocks/>
            <a:stCxn id="70" idx="0"/>
            <a:endCxn id="69" idx="2"/>
          </p:cNvCxnSpPr>
          <p:nvPr/>
        </p:nvCxnSpPr>
        <p:spPr>
          <a:xfrm flipV="1">
            <a:off x="8186070" y="3740303"/>
            <a:ext cx="0" cy="23866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09BD3C6-2195-FCD1-247C-3847514947DD}"/>
              </a:ext>
            </a:extLst>
          </p:cNvPr>
          <p:cNvCxnSpPr>
            <a:cxnSpLocks/>
            <a:stCxn id="71" idx="0"/>
            <a:endCxn id="70" idx="2"/>
          </p:cNvCxnSpPr>
          <p:nvPr/>
        </p:nvCxnSpPr>
        <p:spPr>
          <a:xfrm flipV="1">
            <a:off x="8183527" y="4350231"/>
            <a:ext cx="2543" cy="27472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C0AA314-4B79-2772-A068-C4232271716B}"/>
              </a:ext>
            </a:extLst>
          </p:cNvPr>
          <p:cNvCxnSpPr>
            <a:cxnSpLocks/>
            <a:stCxn id="72" idx="0"/>
            <a:endCxn id="71" idx="2"/>
          </p:cNvCxnSpPr>
          <p:nvPr/>
        </p:nvCxnSpPr>
        <p:spPr>
          <a:xfrm flipV="1">
            <a:off x="8183527" y="5085283"/>
            <a:ext cx="0" cy="25704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A9128ADA-293D-BA2E-D8D0-21F4C8F8FF12}"/>
              </a:ext>
            </a:extLst>
          </p:cNvPr>
          <p:cNvSpPr/>
          <p:nvPr/>
        </p:nvSpPr>
        <p:spPr>
          <a:xfrm>
            <a:off x="6182607" y="3189386"/>
            <a:ext cx="336078" cy="336078"/>
          </a:xfrm>
          <a:prstGeom prst="ellipse">
            <a:avLst/>
          </a:prstGeom>
          <a:solidFill>
            <a:srgbClr val="F57D1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7300D16-EB51-7384-F721-FD030AC159C5}"/>
              </a:ext>
            </a:extLst>
          </p:cNvPr>
          <p:cNvSpPr/>
          <p:nvPr/>
        </p:nvSpPr>
        <p:spPr>
          <a:xfrm>
            <a:off x="6182607" y="3798127"/>
            <a:ext cx="336078" cy="336078"/>
          </a:xfrm>
          <a:prstGeom prst="ellipse">
            <a:avLst/>
          </a:prstGeom>
          <a:solidFill>
            <a:srgbClr val="F57D1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94D81DD-A69F-F814-B353-F56BEBC203B1}"/>
              </a:ext>
            </a:extLst>
          </p:cNvPr>
          <p:cNvSpPr/>
          <p:nvPr/>
        </p:nvSpPr>
        <p:spPr>
          <a:xfrm>
            <a:off x="6182607" y="4441705"/>
            <a:ext cx="336078" cy="336078"/>
          </a:xfrm>
          <a:prstGeom prst="ellipse">
            <a:avLst/>
          </a:prstGeom>
          <a:solidFill>
            <a:srgbClr val="F57D1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E64AD29-B0BB-71D7-DBA4-5D6105500B45}"/>
              </a:ext>
            </a:extLst>
          </p:cNvPr>
          <p:cNvSpPr/>
          <p:nvPr/>
        </p:nvSpPr>
        <p:spPr>
          <a:xfrm>
            <a:off x="6180066" y="5154540"/>
            <a:ext cx="336078" cy="336078"/>
          </a:xfrm>
          <a:prstGeom prst="ellipse">
            <a:avLst/>
          </a:prstGeom>
          <a:solidFill>
            <a:srgbClr val="F57D1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43197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9" grpId="0" animBg="1"/>
      <p:bldP spid="70" grpId="0" animBg="1"/>
      <p:bldP spid="71" grpId="0" animBg="1"/>
      <p:bldP spid="72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82310-F157-20C5-46ED-CF1491AB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DF7C999-2F2D-05FF-1192-6A48DCEE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0F0964-D12A-1A8B-D766-0D7E2B0F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25/02/2026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1B1D9-950D-6013-CCDA-9DF8AE6C7E35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Use of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theory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335AE-6B7F-51BA-809E-850283EBB4F9}"/>
              </a:ext>
            </a:extLst>
          </p:cNvPr>
          <p:cNvSpPr/>
          <p:nvPr/>
        </p:nvSpPr>
        <p:spPr>
          <a:xfrm>
            <a:off x="237326" y="6356348"/>
            <a:ext cx="1451871" cy="36512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D96D71-1CBB-A0B2-768F-2496944B836A}"/>
              </a:ext>
            </a:extLst>
          </p:cNvPr>
          <p:cNvSpPr/>
          <p:nvPr/>
        </p:nvSpPr>
        <p:spPr>
          <a:xfrm>
            <a:off x="2701320" y="6356348"/>
            <a:ext cx="963260" cy="365125"/>
          </a:xfrm>
          <a:prstGeom prst="rect">
            <a:avLst/>
          </a:prstGeom>
          <a:solidFill>
            <a:srgbClr val="EE2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BDEAEE-8428-16BF-3E0E-B7EF720FAEE2}"/>
              </a:ext>
            </a:extLst>
          </p:cNvPr>
          <p:cNvSpPr/>
          <p:nvPr/>
        </p:nvSpPr>
        <p:spPr>
          <a:xfrm>
            <a:off x="2177808" y="6356348"/>
            <a:ext cx="523512" cy="365125"/>
          </a:xfrm>
          <a:prstGeom prst="rect">
            <a:avLst/>
          </a:prstGeom>
          <a:solidFill>
            <a:srgbClr val="ED2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12893C-0D7D-EE64-E9E0-91AA96CBDB8D}"/>
              </a:ext>
            </a:extLst>
          </p:cNvPr>
          <p:cNvSpPr/>
          <p:nvPr/>
        </p:nvSpPr>
        <p:spPr>
          <a:xfrm>
            <a:off x="1689197" y="6356347"/>
            <a:ext cx="488611" cy="365125"/>
          </a:xfrm>
          <a:prstGeom prst="rect">
            <a:avLst/>
          </a:prstGeom>
          <a:solidFill>
            <a:srgbClr val="EB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7B4EA-B5E4-8710-8973-C6F900E843D7}"/>
              </a:ext>
            </a:extLst>
          </p:cNvPr>
          <p:cNvSpPr txBox="1"/>
          <p:nvPr/>
        </p:nvSpPr>
        <p:spPr>
          <a:xfrm>
            <a:off x="963261" y="1545015"/>
            <a:ext cx="77196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DF102C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📑 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Further readings</a:t>
            </a:r>
            <a:b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b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r>
              <a: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Lynham</a:t>
            </a:r>
            <a:br>
              <a:rPr lang="en-GB" sz="2400" b="1">
                <a:solidFill>
                  <a:srgbClr val="FFFF00"/>
                </a:solidFill>
                <a:latin typeface="Aptos" panose="020B00040202020202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Quantitative Research and theory building</a:t>
            </a:r>
            <a:b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Dubin’s First Component (Hypothetico‑Deductive Approach).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The first component proposed by Dubin (within the hypothetico‑deductive approach) supports a quantitative researcher in developing a conceptual framework informed by theory.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The Notion of “Perpetual Theory Construction”.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Dubin used the term “perpetual theory construction” to indicate that theory building is never truly finished. The slide prompts reflection: Has your theory changed throughout the research process?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Quantitative Theory Construction. </a:t>
            </a:r>
            <a:r>
              <a:rPr lang="en-US" sz="1400">
                <a:solidFill>
                  <a:prstClr val="white"/>
                </a:solidFill>
                <a:latin typeface="Aptos" panose="020B0004020202020204"/>
              </a:rPr>
              <a:t>Quantitative theory construction links independent and dependent variables. The slide requests the following task: Develop a visual theoretical model that represents the relationship among your variables.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345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4171</Words>
  <Application>Microsoft Office PowerPoint</Application>
  <PresentationFormat>Widescreen</PresentationFormat>
  <Paragraphs>746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Luis Carlos Guevara Hernandez</cp:lastModifiedBy>
  <cp:revision>5</cp:revision>
  <dcterms:created xsi:type="dcterms:W3CDTF">2024-06-30T19:22:33Z</dcterms:created>
  <dcterms:modified xsi:type="dcterms:W3CDTF">2026-02-25T13:38:55Z</dcterms:modified>
</cp:coreProperties>
</file>