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9"/>
  </p:notesMasterIdLst>
  <p:handoutMasterIdLst>
    <p:handoutMasterId r:id="rId10"/>
  </p:handoutMasterIdLst>
  <p:sldIdLst>
    <p:sldId id="428" r:id="rId5"/>
    <p:sldId id="632" r:id="rId6"/>
    <p:sldId id="664" r:id="rId7"/>
    <p:sldId id="6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nalisis de resultados" id="{7753789B-3869-4F95-B035-F42C994266EA}">
          <p14:sldIdLst>
            <p14:sldId id="428"/>
            <p14:sldId id="632"/>
            <p14:sldId id="664"/>
            <p14:sldId id="6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000"/>
    <a:srgbClr val="FFFFFF"/>
    <a:srgbClr val="FEFFE5"/>
    <a:srgbClr val="63B8FF"/>
    <a:srgbClr val="00B050"/>
    <a:srgbClr val="F0D224"/>
    <a:srgbClr val="DF102C"/>
    <a:srgbClr val="D1D1D1"/>
    <a:srgbClr val="A9A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76EACD-833C-4335-90D9-1BBAD346EA38}" v="256" dt="2026-05-20T15:21:12.3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92" autoAdjust="0"/>
    <p:restoredTop sz="94660"/>
  </p:normalViewPr>
  <p:slideViewPr>
    <p:cSldViewPr snapToGrid="0">
      <p:cViewPr>
        <p:scale>
          <a:sx n="75" d="100"/>
          <a:sy n="75" d="100"/>
        </p:scale>
        <p:origin x="378" y="6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Carlos Guevara Hernandez" userId="946bcc4c-b146-4724-978c-751fab731e0a" providerId="ADAL" clId="{8D45B6E4-1233-4CBF-9F60-0793E96FE6AE}"/>
    <pc:docChg chg="undo custSel addSld delSld modSld delSection modSection">
      <pc:chgData name="Luis Carlos Guevara Hernandez" userId="946bcc4c-b146-4724-978c-751fab731e0a" providerId="ADAL" clId="{8D45B6E4-1233-4CBF-9F60-0793E96FE6AE}" dt="2026-05-20T15:33:49.239" v="1687" actId="1076"/>
      <pc:docMkLst>
        <pc:docMk/>
      </pc:docMkLst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617361237" sldId="382"/>
        </pc:sldMkLst>
      </pc:sldChg>
      <pc:sldChg chg="addSp modSp mod">
        <pc:chgData name="Luis Carlos Guevara Hernandez" userId="946bcc4c-b146-4724-978c-751fab731e0a" providerId="ADAL" clId="{8D45B6E4-1233-4CBF-9F60-0793E96FE6AE}" dt="2026-05-20T15:33:49.239" v="1687" actId="1076"/>
        <pc:sldMkLst>
          <pc:docMk/>
          <pc:sldMk cId="1500461336" sldId="428"/>
        </pc:sldMkLst>
        <pc:spChg chg="add mod">
          <ac:chgData name="Luis Carlos Guevara Hernandez" userId="946bcc4c-b146-4724-978c-751fab731e0a" providerId="ADAL" clId="{8D45B6E4-1233-4CBF-9F60-0793E96FE6AE}" dt="2026-05-20T15:33:49.239" v="1687" actId="1076"/>
          <ac:spMkLst>
            <pc:docMk/>
            <pc:sldMk cId="1500461336" sldId="428"/>
            <ac:spMk id="2" creationId="{CB1EF81C-666B-7DB8-839E-E848174F4D19}"/>
          </ac:spMkLst>
        </pc:spChg>
        <pc:spChg chg="mod">
          <ac:chgData name="Luis Carlos Guevara Hernandez" userId="946bcc4c-b146-4724-978c-751fab731e0a" providerId="ADAL" clId="{8D45B6E4-1233-4CBF-9F60-0793E96FE6AE}" dt="2026-05-20T15:33:42.964" v="1686" actId="14100"/>
          <ac:spMkLst>
            <pc:docMk/>
            <pc:sldMk cId="1500461336" sldId="428"/>
            <ac:spMk id="10" creationId="{C921B808-721E-5FF4-916E-9FED9C2353F4}"/>
          </ac:spMkLst>
        </pc:spChg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005345549" sldId="56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101207993" sldId="56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947921840" sldId="56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490768191" sldId="57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745213680" sldId="57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568986688" sldId="572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762708158" sldId="57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985388120" sldId="57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1704334" sldId="57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205933981" sldId="577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59161432" sldId="57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253098466" sldId="57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637060025" sldId="58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704885461" sldId="58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046372682" sldId="58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021300372" sldId="58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030760361" sldId="587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916296861" sldId="58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448920878" sldId="58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876272199" sldId="59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741968592" sldId="59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141593356" sldId="592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772059516" sldId="59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303001937" sldId="59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183303452" sldId="59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379727433" sldId="59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613293292" sldId="59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418202370" sldId="60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985906698" sldId="60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174839657" sldId="602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572842580" sldId="60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695526474" sldId="604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580518376" sldId="60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191711282" sldId="60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547152681" sldId="60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955986448" sldId="61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199474237" sldId="61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431902107" sldId="61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364703897" sldId="614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306484644" sldId="61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58059683" sldId="61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525773387" sldId="62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545183830" sldId="62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537822404" sldId="622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638330674" sldId="62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422324305" sldId="624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866761164" sldId="62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600740669" sldId="62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578318433" sldId="63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834203271" sldId="631"/>
        </pc:sldMkLst>
      </pc:sldChg>
      <pc:sldChg chg="addSp delSp modSp mod delAnim modAnim">
        <pc:chgData name="Luis Carlos Guevara Hernandez" userId="946bcc4c-b146-4724-978c-751fab731e0a" providerId="ADAL" clId="{8D45B6E4-1233-4CBF-9F60-0793E96FE6AE}" dt="2026-05-20T15:32:55.290" v="1685" actId="1036"/>
        <pc:sldMkLst>
          <pc:docMk/>
          <pc:sldMk cId="2087681209" sldId="632"/>
        </pc:sldMkLst>
        <pc:spChg chg="add mod">
          <ac:chgData name="Luis Carlos Guevara Hernandez" userId="946bcc4c-b146-4724-978c-751fab731e0a" providerId="ADAL" clId="{8D45B6E4-1233-4CBF-9F60-0793E96FE6AE}" dt="2026-05-20T14:04:16.580" v="354" actId="1076"/>
          <ac:spMkLst>
            <pc:docMk/>
            <pc:sldMk cId="2087681209" sldId="632"/>
            <ac:spMk id="4" creationId="{4CE90DFB-3647-B20E-81B1-4EDB056B47C2}"/>
          </ac:spMkLst>
        </pc:spChg>
        <pc:spChg chg="add mod">
          <ac:chgData name="Luis Carlos Guevara Hernandez" userId="946bcc4c-b146-4724-978c-751fab731e0a" providerId="ADAL" clId="{8D45B6E4-1233-4CBF-9F60-0793E96FE6AE}" dt="2026-05-20T14:04:16.580" v="354" actId="1076"/>
          <ac:spMkLst>
            <pc:docMk/>
            <pc:sldMk cId="2087681209" sldId="632"/>
            <ac:spMk id="5" creationId="{1DCDF53D-AE7F-C85F-9D98-166EA41C9F19}"/>
          </ac:spMkLst>
        </pc:spChg>
        <pc:spChg chg="add mod">
          <ac:chgData name="Luis Carlos Guevara Hernandez" userId="946bcc4c-b146-4724-978c-751fab731e0a" providerId="ADAL" clId="{8D45B6E4-1233-4CBF-9F60-0793E96FE6AE}" dt="2026-05-20T14:04:28.818" v="356" actId="1076"/>
          <ac:spMkLst>
            <pc:docMk/>
            <pc:sldMk cId="2087681209" sldId="632"/>
            <ac:spMk id="9" creationId="{365D8838-60EB-A3B4-1125-1B7DB99A7101}"/>
          </ac:spMkLst>
        </pc:spChg>
        <pc:spChg chg="mod">
          <ac:chgData name="Luis Carlos Guevara Hernandez" userId="946bcc4c-b146-4724-978c-751fab731e0a" providerId="ADAL" clId="{8D45B6E4-1233-4CBF-9F60-0793E96FE6AE}" dt="2026-05-20T15:03:38.892" v="1382" actId="1076"/>
          <ac:spMkLst>
            <pc:docMk/>
            <pc:sldMk cId="2087681209" sldId="632"/>
            <ac:spMk id="11" creationId="{C3F9F99F-95D4-DA18-22CF-38B7024CC6D9}"/>
          </ac:spMkLst>
        </pc:spChg>
        <pc:spChg chg="add mod">
          <ac:chgData name="Luis Carlos Guevara Hernandez" userId="946bcc4c-b146-4724-978c-751fab731e0a" providerId="ADAL" clId="{8D45B6E4-1233-4CBF-9F60-0793E96FE6AE}" dt="2026-05-20T14:04:28.818" v="356" actId="1076"/>
          <ac:spMkLst>
            <pc:docMk/>
            <pc:sldMk cId="2087681209" sldId="632"/>
            <ac:spMk id="12" creationId="{F1662445-5237-2DD1-7161-2747A0C8D73E}"/>
          </ac:spMkLst>
        </pc:spChg>
        <pc:spChg chg="add mod">
          <ac:chgData name="Luis Carlos Guevara Hernandez" userId="946bcc4c-b146-4724-978c-751fab731e0a" providerId="ADAL" clId="{8D45B6E4-1233-4CBF-9F60-0793E96FE6AE}" dt="2026-05-20T14:04:22.205" v="355" actId="1076"/>
          <ac:spMkLst>
            <pc:docMk/>
            <pc:sldMk cId="2087681209" sldId="632"/>
            <ac:spMk id="13" creationId="{112CF319-D236-4726-265E-A1CAD7950EBF}"/>
          </ac:spMkLst>
        </pc:spChg>
        <pc:spChg chg="add mod">
          <ac:chgData name="Luis Carlos Guevara Hernandez" userId="946bcc4c-b146-4724-978c-751fab731e0a" providerId="ADAL" clId="{8D45B6E4-1233-4CBF-9F60-0793E96FE6AE}" dt="2026-05-20T14:06:17.127" v="401" actId="14100"/>
          <ac:spMkLst>
            <pc:docMk/>
            <pc:sldMk cId="2087681209" sldId="632"/>
            <ac:spMk id="14" creationId="{089AB70A-1388-15F0-1782-B8D3BF845633}"/>
          </ac:spMkLst>
        </pc:spChg>
        <pc:spChg chg="add del mod">
          <ac:chgData name="Luis Carlos Guevara Hernandez" userId="946bcc4c-b146-4724-978c-751fab731e0a" providerId="ADAL" clId="{8D45B6E4-1233-4CBF-9F60-0793E96FE6AE}" dt="2026-05-20T14:04:12.065" v="353" actId="478"/>
          <ac:spMkLst>
            <pc:docMk/>
            <pc:sldMk cId="2087681209" sldId="632"/>
            <ac:spMk id="17" creationId="{B2F24952-2447-DBDB-DF43-B42A17E5EB4D}"/>
          </ac:spMkLst>
        </pc:spChg>
        <pc:spChg chg="add mod">
          <ac:chgData name="Luis Carlos Guevara Hernandez" userId="946bcc4c-b146-4724-978c-751fab731e0a" providerId="ADAL" clId="{8D45B6E4-1233-4CBF-9F60-0793E96FE6AE}" dt="2026-05-20T15:32:55.290" v="1685" actId="1036"/>
          <ac:spMkLst>
            <pc:docMk/>
            <pc:sldMk cId="2087681209" sldId="632"/>
            <ac:spMk id="21" creationId="{1F71FCD3-34E0-ECD8-B305-5D7A27397818}"/>
          </ac:spMkLst>
        </pc:spChg>
        <pc:spChg chg="add mod">
          <ac:chgData name="Luis Carlos Guevara Hernandez" userId="946bcc4c-b146-4724-978c-751fab731e0a" providerId="ADAL" clId="{8D45B6E4-1233-4CBF-9F60-0793E96FE6AE}" dt="2026-05-20T14:05:54.746" v="386" actId="1076"/>
          <ac:spMkLst>
            <pc:docMk/>
            <pc:sldMk cId="2087681209" sldId="632"/>
            <ac:spMk id="22" creationId="{137DB6DA-788F-18DC-D626-9FED74D8C100}"/>
          </ac:spMkLst>
        </pc:spChg>
        <pc:spChg chg="add mod">
          <ac:chgData name="Luis Carlos Guevara Hernandez" userId="946bcc4c-b146-4724-978c-751fab731e0a" providerId="ADAL" clId="{8D45B6E4-1233-4CBF-9F60-0793E96FE6AE}" dt="2026-05-20T14:05:54.746" v="386" actId="1076"/>
          <ac:spMkLst>
            <pc:docMk/>
            <pc:sldMk cId="2087681209" sldId="632"/>
            <ac:spMk id="23" creationId="{76A986CA-0E6D-6533-B7ED-33E7E7781389}"/>
          </ac:spMkLst>
        </pc:spChg>
        <pc:spChg chg="add">
          <ac:chgData name="Luis Carlos Guevara Hernandez" userId="946bcc4c-b146-4724-978c-751fab731e0a" providerId="ADAL" clId="{8D45B6E4-1233-4CBF-9F60-0793E96FE6AE}" dt="2026-05-20T14:21:25.548" v="492"/>
          <ac:spMkLst>
            <pc:docMk/>
            <pc:sldMk cId="2087681209" sldId="632"/>
            <ac:spMk id="25" creationId="{F89B709C-BC32-0114-7F65-0986251A442A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43" creationId="{D83E9C75-2B0C-527E-C32A-C6E50C088F25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49" creationId="{0C830ABC-961B-4550-52E2-FC712EC0E989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56" creationId="{4C030DDC-68B9-FEEE-689F-CECC36B78F9E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74" creationId="{A4F7D98A-03A1-4C94-57D6-40704622EFEA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87" creationId="{C43EF607-0666-AB21-C8F1-5E7537F66616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113" creationId="{05536915-15D8-2AC1-AA78-285415E7BD43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129" creationId="{290B8B60-3942-1A8B-BFA9-373F6A6A6367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147" creationId="{835C4CDF-EF66-339C-76A3-D8687B8EB248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151" creationId="{EE6DE10C-58F5-27CF-82F2-0C36006A606C}"/>
          </ac:spMkLst>
        </pc:spChg>
        <pc:spChg chg="del">
          <ac:chgData name="Luis Carlos Guevara Hernandez" userId="946bcc4c-b146-4724-978c-751fab731e0a" providerId="ADAL" clId="{8D45B6E4-1233-4CBF-9F60-0793E96FE6AE}" dt="2026-05-20T13:58:10.825" v="108" actId="478"/>
          <ac:spMkLst>
            <pc:docMk/>
            <pc:sldMk cId="2087681209" sldId="632"/>
            <ac:spMk id="153" creationId="{0E0732A6-D82E-73A7-145F-DC0491300086}"/>
          </ac:spMkLst>
        </pc:spChg>
        <pc:picChg chg="add mod modCrop">
          <ac:chgData name="Luis Carlos Guevara Hernandez" userId="946bcc4c-b146-4724-978c-751fab731e0a" providerId="ADAL" clId="{8D45B6E4-1233-4CBF-9F60-0793E96FE6AE}" dt="2026-05-20T15:32:55.290" v="1685" actId="1036"/>
          <ac:picMkLst>
            <pc:docMk/>
            <pc:sldMk cId="2087681209" sldId="632"/>
            <ac:picMk id="15" creationId="{4BE8EA47-E577-658E-1587-C5088A1CAF2B}"/>
          </ac:picMkLst>
        </pc:picChg>
        <pc:picChg chg="add del mod">
          <ac:chgData name="Luis Carlos Guevara Hernandez" userId="946bcc4c-b146-4724-978c-751fab731e0a" providerId="ADAL" clId="{8D45B6E4-1233-4CBF-9F60-0793E96FE6AE}" dt="2026-05-20T14:03:26.436" v="262" actId="478"/>
          <ac:picMkLst>
            <pc:docMk/>
            <pc:sldMk cId="2087681209" sldId="632"/>
            <ac:picMk id="19" creationId="{A58AD8DD-F715-C56B-5AFB-46F9F4C74115}"/>
          </ac:picMkLst>
        </pc:picChg>
        <pc:picChg chg="add del mod">
          <ac:chgData name="Luis Carlos Guevara Hernandez" userId="946bcc4c-b146-4724-978c-751fab731e0a" providerId="ADAL" clId="{8D45B6E4-1233-4CBF-9F60-0793E96FE6AE}" dt="2026-05-20T14:03:25.819" v="261" actId="478"/>
          <ac:picMkLst>
            <pc:docMk/>
            <pc:sldMk cId="2087681209" sldId="632"/>
            <ac:picMk id="20" creationId="{7340EE20-5683-4596-89B6-A3FBA5682A38}"/>
          </ac:picMkLst>
        </pc:picChg>
        <pc:picChg chg="add del mod">
          <ac:chgData name="Luis Carlos Guevara Hernandez" userId="946bcc4c-b146-4724-978c-751fab731e0a" providerId="ADAL" clId="{8D45B6E4-1233-4CBF-9F60-0793E96FE6AE}" dt="2026-05-20T15:01:49.535" v="1366" actId="478"/>
          <ac:picMkLst>
            <pc:docMk/>
            <pc:sldMk cId="2087681209" sldId="632"/>
            <ac:picMk id="117" creationId="{87BE3044-5C06-53B2-578B-092CDAE3E3CA}"/>
          </ac:picMkLst>
        </pc:picChg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574808474" sldId="63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123169281" sldId="63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903404991" sldId="637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073563220" sldId="63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982964677" sldId="63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821651600" sldId="64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4234848704" sldId="64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328504277" sldId="64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388737619" sldId="644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54355784" sldId="64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481526536" sldId="64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387914262" sldId="64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96907653" sldId="65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435609481" sldId="65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466606313" sldId="652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650863636" sldId="653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574727755" sldId="654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715301883" sldId="655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1821498018" sldId="656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456152063" sldId="657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251123496" sldId="658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582491116" sldId="659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645345713" sldId="660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2263405002" sldId="661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943512436" sldId="662"/>
        </pc:sldMkLst>
      </pc:sldChg>
      <pc:sldChg chg="add del">
        <pc:chgData name="Luis Carlos Guevara Hernandez" userId="946bcc4c-b146-4724-978c-751fab731e0a" providerId="ADAL" clId="{8D45B6E4-1233-4CBF-9F60-0793E96FE6AE}" dt="2026-05-20T15:08:50.408" v="1450" actId="47"/>
        <pc:sldMkLst>
          <pc:docMk/>
          <pc:sldMk cId="351761777" sldId="663"/>
        </pc:sldMkLst>
      </pc:sldChg>
      <pc:sldChg chg="addSp delSp modSp add del mod delAnim modAnim">
        <pc:chgData name="Luis Carlos Guevara Hernandez" userId="946bcc4c-b146-4724-978c-751fab731e0a" providerId="ADAL" clId="{8D45B6E4-1233-4CBF-9F60-0793E96FE6AE}" dt="2026-05-20T15:21:12.314" v="1661" actId="207"/>
        <pc:sldMkLst>
          <pc:docMk/>
          <pc:sldMk cId="613842797" sldId="664"/>
        </pc:sldMkLst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4" creationId="{2C2B0F56-4653-391A-7581-9CFCB0E67D78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5" creationId="{C0534828-B5C6-2E38-DC1E-15941DE886E7}"/>
          </ac:spMkLst>
        </pc:spChg>
        <pc:spChg chg="mod">
          <ac:chgData name="Luis Carlos Guevara Hernandez" userId="946bcc4c-b146-4724-978c-751fab731e0a" providerId="ADAL" clId="{8D45B6E4-1233-4CBF-9F60-0793E96FE6AE}" dt="2026-05-20T14:22:08.807" v="497" actId="1076"/>
          <ac:spMkLst>
            <pc:docMk/>
            <pc:sldMk cId="613842797" sldId="664"/>
            <ac:spMk id="7" creationId="{952C0E8D-1D80-AEDB-54BC-9BC11ABD2D3A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9" creationId="{FB16A258-1B13-37ED-9C84-BD48321DED46}"/>
          </ac:spMkLst>
        </pc:spChg>
        <pc:spChg chg="del">
          <ac:chgData name="Luis Carlos Guevara Hernandez" userId="946bcc4c-b146-4724-978c-751fab731e0a" providerId="ADAL" clId="{8D45B6E4-1233-4CBF-9F60-0793E96FE6AE}" dt="2026-05-20T15:03:43.215" v="1384" actId="478"/>
          <ac:spMkLst>
            <pc:docMk/>
            <pc:sldMk cId="613842797" sldId="664"/>
            <ac:spMk id="11" creationId="{9F603AD0-C989-B74B-D91D-3C51EF8AE872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12" creationId="{16B613E0-12AB-3FAE-9B03-557B71081C0B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13" creationId="{D6D31380-7B40-1693-A17A-F04876C49A52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14" creationId="{2098B58A-B675-256D-9073-C5A5D1F9D22E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21" creationId="{8D75FFCD-FAD2-3A5A-8CD2-68E7CD1E7371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22" creationId="{516AB5BD-2E86-913A-6952-B9C0F2D09673}"/>
          </ac:spMkLst>
        </pc:spChg>
        <pc:spChg chg="del">
          <ac:chgData name="Luis Carlos Guevara Hernandez" userId="946bcc4c-b146-4724-978c-751fab731e0a" providerId="ADAL" clId="{8D45B6E4-1233-4CBF-9F60-0793E96FE6AE}" dt="2026-05-20T14:06:29.227" v="403" actId="478"/>
          <ac:spMkLst>
            <pc:docMk/>
            <pc:sldMk cId="613842797" sldId="664"/>
            <ac:spMk id="23" creationId="{98F0A61D-4E34-68A2-1316-B4C5D3D89E1D}"/>
          </ac:spMkLst>
        </pc:spChg>
        <pc:spChg chg="mod">
          <ac:chgData name="Luis Carlos Guevara Hernandez" userId="946bcc4c-b146-4724-978c-751fab731e0a" providerId="ADAL" clId="{8D45B6E4-1233-4CBF-9F60-0793E96FE6AE}" dt="2026-05-20T14:38:46.349" v="842" actId="1076"/>
          <ac:spMkLst>
            <pc:docMk/>
            <pc:sldMk cId="613842797" sldId="664"/>
            <ac:spMk id="34" creationId="{B3D2F55F-18E5-EA93-2CA4-EEDED5211DB0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59" creationId="{C5468E0D-C392-14C5-B2BA-EC4F475B7567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62" creationId="{29D4C2CB-008E-702B-ECE3-A2C1BA992BF5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63" creationId="{27F6A0E2-2275-7E41-6FF9-C0BAE7CDBB16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64" creationId="{24030BE1-4426-F367-B88B-E46E384CD2B7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67" creationId="{F3AD6D3D-1FC3-1AA0-6EEC-C59C85C01585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69" creationId="{1B437C61-9898-5B32-8CD9-7F49D4E15F44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73" creationId="{0F7D5604-E73C-BF9B-3E16-77B8145850E1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77" creationId="{C2B20135-7A03-1239-4794-563A80069846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79" creationId="{7C483E65-72D1-0236-23B0-D0E3A11D50C0}"/>
          </ac:spMkLst>
        </pc:spChg>
        <pc:spChg chg="mod">
          <ac:chgData name="Luis Carlos Guevara Hernandez" userId="946bcc4c-b146-4724-978c-751fab731e0a" providerId="ADAL" clId="{8D45B6E4-1233-4CBF-9F60-0793E96FE6AE}" dt="2026-05-20T14:17:43.753" v="438" actId="165"/>
          <ac:spMkLst>
            <pc:docMk/>
            <pc:sldMk cId="613842797" sldId="664"/>
            <ac:spMk id="81" creationId="{12EE0660-783A-7482-EA30-4E00CA5EA01A}"/>
          </ac:spMkLst>
        </pc:spChg>
        <pc:spChg chg="add del">
          <ac:chgData name="Luis Carlos Guevara Hernandez" userId="946bcc4c-b146-4724-978c-751fab731e0a" providerId="ADAL" clId="{8D45B6E4-1233-4CBF-9F60-0793E96FE6AE}" dt="2026-05-20T14:21:20.687" v="489" actId="22"/>
          <ac:spMkLst>
            <pc:docMk/>
            <pc:sldMk cId="613842797" sldId="664"/>
            <ac:spMk id="93" creationId="{EBC91C07-B538-2840-1E5D-6748B588838E}"/>
          </ac:spMkLst>
        </pc:spChg>
        <pc:spChg chg="add del mod ord">
          <ac:chgData name="Luis Carlos Guevara Hernandez" userId="946bcc4c-b146-4724-978c-751fab731e0a" providerId="ADAL" clId="{8D45B6E4-1233-4CBF-9F60-0793E96FE6AE}" dt="2026-05-20T14:26:47.905" v="544"/>
          <ac:spMkLst>
            <pc:docMk/>
            <pc:sldMk cId="613842797" sldId="664"/>
            <ac:spMk id="96" creationId="{C26D3686-D797-8FA5-FE40-7D0E4C120C9D}"/>
          </ac:spMkLst>
        </pc:spChg>
        <pc:spChg chg="add mod ord">
          <ac:chgData name="Luis Carlos Guevara Hernandez" userId="946bcc4c-b146-4724-978c-751fab731e0a" providerId="ADAL" clId="{8D45B6E4-1233-4CBF-9F60-0793E96FE6AE}" dt="2026-05-20T15:09:09.809" v="1452" actId="207"/>
          <ac:spMkLst>
            <pc:docMk/>
            <pc:sldMk cId="613842797" sldId="664"/>
            <ac:spMk id="97" creationId="{6BFA06B0-5CC5-E38B-A05D-7C37EEC35539}"/>
          </ac:spMkLst>
        </pc:spChg>
        <pc:spChg chg="add del mod">
          <ac:chgData name="Luis Carlos Guevara Hernandez" userId="946bcc4c-b146-4724-978c-751fab731e0a" providerId="ADAL" clId="{8D45B6E4-1233-4CBF-9F60-0793E96FE6AE}" dt="2026-05-20T14:36:33.809" v="745" actId="478"/>
          <ac:spMkLst>
            <pc:docMk/>
            <pc:sldMk cId="613842797" sldId="664"/>
            <ac:spMk id="99" creationId="{86FD2B70-C756-F8CD-8CD5-1CF99B824A44}"/>
          </ac:spMkLst>
        </pc:spChg>
        <pc:spChg chg="add del mod ord">
          <ac:chgData name="Luis Carlos Guevara Hernandez" userId="946bcc4c-b146-4724-978c-751fab731e0a" providerId="ADAL" clId="{8D45B6E4-1233-4CBF-9F60-0793E96FE6AE}" dt="2026-05-20T14:38:24.926" v="838" actId="478"/>
          <ac:spMkLst>
            <pc:docMk/>
            <pc:sldMk cId="613842797" sldId="664"/>
            <ac:spMk id="100" creationId="{E695868F-DD82-6895-0D5A-220A02497EC0}"/>
          </ac:spMkLst>
        </pc:spChg>
        <pc:spChg chg="add del mod">
          <ac:chgData name="Luis Carlos Guevara Hernandez" userId="946bcc4c-b146-4724-978c-751fab731e0a" providerId="ADAL" clId="{8D45B6E4-1233-4CBF-9F60-0793E96FE6AE}" dt="2026-05-20T14:26:47.905" v="544"/>
          <ac:spMkLst>
            <pc:docMk/>
            <pc:sldMk cId="613842797" sldId="664"/>
            <ac:spMk id="101" creationId="{494D1C43-7548-B881-56CB-BD1AD4C29760}"/>
          </ac:spMkLst>
        </pc:spChg>
        <pc:spChg chg="add del mod ord">
          <ac:chgData name="Luis Carlos Guevara Hernandez" userId="946bcc4c-b146-4724-978c-751fab731e0a" providerId="ADAL" clId="{8D45B6E4-1233-4CBF-9F60-0793E96FE6AE}" dt="2026-05-20T15:01:34.705" v="1357" actId="164"/>
          <ac:spMkLst>
            <pc:docMk/>
            <pc:sldMk cId="613842797" sldId="664"/>
            <ac:spMk id="102" creationId="{59152FAD-1785-6026-118B-9008964FFE2D}"/>
          </ac:spMkLst>
        </pc:spChg>
        <pc:spChg chg="add mod ord">
          <ac:chgData name="Luis Carlos Guevara Hernandez" userId="946bcc4c-b146-4724-978c-751fab731e0a" providerId="ADAL" clId="{8D45B6E4-1233-4CBF-9F60-0793E96FE6AE}" dt="2026-05-20T15:09:12.514" v="1453" actId="207"/>
          <ac:spMkLst>
            <pc:docMk/>
            <pc:sldMk cId="613842797" sldId="664"/>
            <ac:spMk id="103" creationId="{DDB5B93C-F25F-C254-1E1F-B94D233AC007}"/>
          </ac:spMkLst>
        </pc:spChg>
        <pc:spChg chg="add mod">
          <ac:chgData name="Luis Carlos Guevara Hernandez" userId="946bcc4c-b146-4724-978c-751fab731e0a" providerId="ADAL" clId="{8D45B6E4-1233-4CBF-9F60-0793E96FE6AE}" dt="2026-05-20T15:09:17.277" v="1455" actId="1036"/>
          <ac:spMkLst>
            <pc:docMk/>
            <pc:sldMk cId="613842797" sldId="664"/>
            <ac:spMk id="105" creationId="{04854973-D48D-2800-7317-10FC5ED4FA4C}"/>
          </ac:spMkLst>
        </pc:spChg>
        <pc:spChg chg="add del">
          <ac:chgData name="Luis Carlos Guevara Hernandez" userId="946bcc4c-b146-4724-978c-751fab731e0a" providerId="ADAL" clId="{8D45B6E4-1233-4CBF-9F60-0793E96FE6AE}" dt="2026-05-20T14:28:03.719" v="571" actId="22"/>
          <ac:spMkLst>
            <pc:docMk/>
            <pc:sldMk cId="613842797" sldId="664"/>
            <ac:spMk id="107" creationId="{21B9CB88-EAED-9D25-2E65-2690266E1DB9}"/>
          </ac:spMkLst>
        </pc:spChg>
        <pc:spChg chg="mod">
          <ac:chgData name="Luis Carlos Guevara Hernandez" userId="946bcc4c-b146-4724-978c-751fab731e0a" providerId="ADAL" clId="{8D45B6E4-1233-4CBF-9F60-0793E96FE6AE}" dt="2026-05-20T14:30:59.874" v="625" actId="27803"/>
          <ac:spMkLst>
            <pc:docMk/>
            <pc:sldMk cId="613842797" sldId="664"/>
            <ac:spMk id="112" creationId="{0D72A81D-26FA-8BE3-2250-F64159539084}"/>
          </ac:spMkLst>
        </pc:spChg>
        <pc:spChg chg="mod">
          <ac:chgData name="Luis Carlos Guevara Hernandez" userId="946bcc4c-b146-4724-978c-751fab731e0a" providerId="ADAL" clId="{8D45B6E4-1233-4CBF-9F60-0793E96FE6AE}" dt="2026-05-20T14:31:04.367" v="627" actId="207"/>
          <ac:spMkLst>
            <pc:docMk/>
            <pc:sldMk cId="613842797" sldId="664"/>
            <ac:spMk id="113" creationId="{6B3AC296-A222-8FAA-14E6-1E957B61721C}"/>
          </ac:spMkLst>
        </pc:spChg>
        <pc:spChg chg="add del">
          <ac:chgData name="Luis Carlos Guevara Hernandez" userId="946bcc4c-b146-4724-978c-751fab731e0a" providerId="ADAL" clId="{8D45B6E4-1233-4CBF-9F60-0793E96FE6AE}" dt="2026-05-20T14:33:42.447" v="704" actId="22"/>
          <ac:spMkLst>
            <pc:docMk/>
            <pc:sldMk cId="613842797" sldId="664"/>
            <ac:spMk id="115" creationId="{9A281015-3DFF-1357-5858-2EEC74A2758F}"/>
          </ac:spMkLst>
        </pc:spChg>
        <pc:spChg chg="add mod ord">
          <ac:chgData name="Luis Carlos Guevara Hernandez" userId="946bcc4c-b146-4724-978c-751fab731e0a" providerId="ADAL" clId="{8D45B6E4-1233-4CBF-9F60-0793E96FE6AE}" dt="2026-05-20T15:01:24.778" v="1355" actId="164"/>
          <ac:spMkLst>
            <pc:docMk/>
            <pc:sldMk cId="613842797" sldId="664"/>
            <ac:spMk id="118" creationId="{E8E96BF8-9CB9-02E7-34DE-D9B479A30B50}"/>
          </ac:spMkLst>
        </pc:spChg>
        <pc:spChg chg="add mod ord">
          <ac:chgData name="Luis Carlos Guevara Hernandez" userId="946bcc4c-b146-4724-978c-751fab731e0a" providerId="ADAL" clId="{8D45B6E4-1233-4CBF-9F60-0793E96FE6AE}" dt="2026-05-20T15:01:24.778" v="1355" actId="164"/>
          <ac:spMkLst>
            <pc:docMk/>
            <pc:sldMk cId="613842797" sldId="664"/>
            <ac:spMk id="119" creationId="{49179C9E-0149-97F1-AA44-9884089AE60B}"/>
          </ac:spMkLst>
        </pc:spChg>
        <pc:spChg chg="add mod ord">
          <ac:chgData name="Luis Carlos Guevara Hernandez" userId="946bcc4c-b146-4724-978c-751fab731e0a" providerId="ADAL" clId="{8D45B6E4-1233-4CBF-9F60-0793E96FE6AE}" dt="2026-05-20T15:01:24.778" v="1355" actId="164"/>
          <ac:spMkLst>
            <pc:docMk/>
            <pc:sldMk cId="613842797" sldId="664"/>
            <ac:spMk id="121" creationId="{C85E09F8-8AB4-3295-81B6-9E8B92E24441}"/>
          </ac:spMkLst>
        </pc:spChg>
        <pc:spChg chg="add mod">
          <ac:chgData name="Luis Carlos Guevara Hernandez" userId="946bcc4c-b146-4724-978c-751fab731e0a" providerId="ADAL" clId="{8D45B6E4-1233-4CBF-9F60-0793E96FE6AE}" dt="2026-05-20T15:01:24.778" v="1355" actId="164"/>
          <ac:spMkLst>
            <pc:docMk/>
            <pc:sldMk cId="613842797" sldId="664"/>
            <ac:spMk id="122" creationId="{8D2D9FC8-6050-FD0B-032E-ECEE1EC72404}"/>
          </ac:spMkLst>
        </pc:spChg>
        <pc:spChg chg="add mod ord">
          <ac:chgData name="Luis Carlos Guevara Hernandez" userId="946bcc4c-b146-4724-978c-751fab731e0a" providerId="ADAL" clId="{8D45B6E4-1233-4CBF-9F60-0793E96FE6AE}" dt="2026-05-20T15:01:24.778" v="1355" actId="164"/>
          <ac:spMkLst>
            <pc:docMk/>
            <pc:sldMk cId="613842797" sldId="664"/>
            <ac:spMk id="124" creationId="{B871F1EB-5203-F928-17ED-D2437E7EC44C}"/>
          </ac:spMkLst>
        </pc:spChg>
        <pc:spChg chg="add mod">
          <ac:chgData name="Luis Carlos Guevara Hernandez" userId="946bcc4c-b146-4724-978c-751fab731e0a" providerId="ADAL" clId="{8D45B6E4-1233-4CBF-9F60-0793E96FE6AE}" dt="2026-05-20T15:01:24.778" v="1355" actId="164"/>
          <ac:spMkLst>
            <pc:docMk/>
            <pc:sldMk cId="613842797" sldId="664"/>
            <ac:spMk id="125" creationId="{61BC8388-4E0A-0F3F-48E3-909D0B3F4882}"/>
          </ac:spMkLst>
        </pc:spChg>
        <pc:spChg chg="add mod">
          <ac:chgData name="Luis Carlos Guevara Hernandez" userId="946bcc4c-b146-4724-978c-751fab731e0a" providerId="ADAL" clId="{8D45B6E4-1233-4CBF-9F60-0793E96FE6AE}" dt="2026-05-20T14:37:12.749" v="754" actId="1076"/>
          <ac:spMkLst>
            <pc:docMk/>
            <pc:sldMk cId="613842797" sldId="664"/>
            <ac:spMk id="127" creationId="{6115CA45-1C8C-F50C-F2A3-9941352FB780}"/>
          </ac:spMkLst>
        </pc:spChg>
        <pc:spChg chg="add mod">
          <ac:chgData name="Luis Carlos Guevara Hernandez" userId="946bcc4c-b146-4724-978c-751fab731e0a" providerId="ADAL" clId="{8D45B6E4-1233-4CBF-9F60-0793E96FE6AE}" dt="2026-05-20T14:37:12.749" v="754" actId="1076"/>
          <ac:spMkLst>
            <pc:docMk/>
            <pc:sldMk cId="613842797" sldId="664"/>
            <ac:spMk id="128" creationId="{52050FA3-3D83-E420-EE0D-0AABA89E511F}"/>
          </ac:spMkLst>
        </pc:spChg>
        <pc:spChg chg="add mod ord">
          <ac:chgData name="Luis Carlos Guevara Hernandez" userId="946bcc4c-b146-4724-978c-751fab731e0a" providerId="ADAL" clId="{8D45B6E4-1233-4CBF-9F60-0793E96FE6AE}" dt="2026-05-20T15:09:07.095" v="1451" actId="207"/>
          <ac:spMkLst>
            <pc:docMk/>
            <pc:sldMk cId="613842797" sldId="664"/>
            <ac:spMk id="129" creationId="{2EEA1CF8-8A14-2128-CE94-B37DBB684107}"/>
          </ac:spMkLst>
        </pc:spChg>
        <pc:spChg chg="add mod">
          <ac:chgData name="Luis Carlos Guevara Hernandez" userId="946bcc4c-b146-4724-978c-751fab731e0a" providerId="ADAL" clId="{8D45B6E4-1233-4CBF-9F60-0793E96FE6AE}" dt="2026-05-20T15:01:34.705" v="1357" actId="164"/>
          <ac:spMkLst>
            <pc:docMk/>
            <pc:sldMk cId="613842797" sldId="664"/>
            <ac:spMk id="130" creationId="{D04797D9-66E1-56F6-4BD4-72F992BC7722}"/>
          </ac:spMkLst>
        </pc:spChg>
        <pc:spChg chg="add del mod ord">
          <ac:chgData name="Luis Carlos Guevara Hernandez" userId="946bcc4c-b146-4724-978c-751fab731e0a" providerId="ADAL" clId="{8D45B6E4-1233-4CBF-9F60-0793E96FE6AE}" dt="2026-05-20T14:49:15.405" v="1006" actId="21"/>
          <ac:spMkLst>
            <pc:docMk/>
            <pc:sldMk cId="613842797" sldId="664"/>
            <ac:spMk id="139" creationId="{FAFD2DC2-FD80-37D1-AAAE-867E7C2744DD}"/>
          </ac:spMkLst>
        </pc:spChg>
        <pc:spChg chg="add del mod">
          <ac:chgData name="Luis Carlos Guevara Hernandez" userId="946bcc4c-b146-4724-978c-751fab731e0a" providerId="ADAL" clId="{8D45B6E4-1233-4CBF-9F60-0793E96FE6AE}" dt="2026-05-20T14:49:15.405" v="1006" actId="21"/>
          <ac:spMkLst>
            <pc:docMk/>
            <pc:sldMk cId="613842797" sldId="664"/>
            <ac:spMk id="140" creationId="{191E9EBC-308D-07BE-E4C6-609280B3DA78}"/>
          </ac:spMkLst>
        </pc:spChg>
        <pc:spChg chg="add del mod ord">
          <ac:chgData name="Luis Carlos Guevara Hernandez" userId="946bcc4c-b146-4724-978c-751fab731e0a" providerId="ADAL" clId="{8D45B6E4-1233-4CBF-9F60-0793E96FE6AE}" dt="2026-05-20T14:49:15.405" v="1006" actId="21"/>
          <ac:spMkLst>
            <pc:docMk/>
            <pc:sldMk cId="613842797" sldId="664"/>
            <ac:spMk id="141" creationId="{F3800E7C-5F93-0708-63EC-A4509F613ED0}"/>
          </ac:spMkLst>
        </pc:spChg>
        <pc:spChg chg="add del mod">
          <ac:chgData name="Luis Carlos Guevara Hernandez" userId="946bcc4c-b146-4724-978c-751fab731e0a" providerId="ADAL" clId="{8D45B6E4-1233-4CBF-9F60-0793E96FE6AE}" dt="2026-05-20T14:49:15.405" v="1006" actId="21"/>
          <ac:spMkLst>
            <pc:docMk/>
            <pc:sldMk cId="613842797" sldId="664"/>
            <ac:spMk id="142" creationId="{7D6616B7-B627-8A18-0B82-F57A59B39C2F}"/>
          </ac:spMkLst>
        </pc:spChg>
        <pc:spChg chg="add del mod">
          <ac:chgData name="Luis Carlos Guevara Hernandez" userId="946bcc4c-b146-4724-978c-751fab731e0a" providerId="ADAL" clId="{8D45B6E4-1233-4CBF-9F60-0793E96FE6AE}" dt="2026-05-20T14:49:15.405" v="1006" actId="21"/>
          <ac:spMkLst>
            <pc:docMk/>
            <pc:sldMk cId="613842797" sldId="664"/>
            <ac:spMk id="145" creationId="{4B17C778-7D20-77EB-2D62-B641B5B2CF25}"/>
          </ac:spMkLst>
        </pc:spChg>
        <pc:spChg chg="add mod">
          <ac:chgData name="Luis Carlos Guevara Hernandez" userId="946bcc4c-b146-4724-978c-751fab731e0a" providerId="ADAL" clId="{8D45B6E4-1233-4CBF-9F60-0793E96FE6AE}" dt="2026-05-20T15:01:34.705" v="1357" actId="164"/>
          <ac:spMkLst>
            <pc:docMk/>
            <pc:sldMk cId="613842797" sldId="664"/>
            <ac:spMk id="146" creationId="{8E5D584A-A464-4AC1-FC57-E673161EF239}"/>
          </ac:spMkLst>
        </pc:spChg>
        <pc:spChg chg="add del mod">
          <ac:chgData name="Luis Carlos Guevara Hernandez" userId="946bcc4c-b146-4724-978c-751fab731e0a" providerId="ADAL" clId="{8D45B6E4-1233-4CBF-9F60-0793E96FE6AE}" dt="2026-05-20T14:49:15.405" v="1006" actId="21"/>
          <ac:spMkLst>
            <pc:docMk/>
            <pc:sldMk cId="613842797" sldId="664"/>
            <ac:spMk id="147" creationId="{41094872-8728-997A-B703-FEC174360669}"/>
          </ac:spMkLst>
        </pc:spChg>
        <pc:spChg chg="add mod">
          <ac:chgData name="Luis Carlos Guevara Hernandez" userId="946bcc4c-b146-4724-978c-751fab731e0a" providerId="ADAL" clId="{8D45B6E4-1233-4CBF-9F60-0793E96FE6AE}" dt="2026-05-20T15:01:29.862" v="1356" actId="164"/>
          <ac:spMkLst>
            <pc:docMk/>
            <pc:sldMk cId="613842797" sldId="664"/>
            <ac:spMk id="148" creationId="{FAFD2DC2-FD80-37D1-AAAE-867E7C2744DD}"/>
          </ac:spMkLst>
        </pc:spChg>
        <pc:spChg chg="add mod">
          <ac:chgData name="Luis Carlos Guevara Hernandez" userId="946bcc4c-b146-4724-978c-751fab731e0a" providerId="ADAL" clId="{8D45B6E4-1233-4CBF-9F60-0793E96FE6AE}" dt="2026-05-20T15:01:29.862" v="1356" actId="164"/>
          <ac:spMkLst>
            <pc:docMk/>
            <pc:sldMk cId="613842797" sldId="664"/>
            <ac:spMk id="149" creationId="{F3800E7C-5F93-0708-63EC-A4509F613ED0}"/>
          </ac:spMkLst>
        </pc:spChg>
        <pc:spChg chg="add mod">
          <ac:chgData name="Luis Carlos Guevara Hernandez" userId="946bcc4c-b146-4724-978c-751fab731e0a" providerId="ADAL" clId="{8D45B6E4-1233-4CBF-9F60-0793E96FE6AE}" dt="2026-05-20T15:01:29.862" v="1356" actId="164"/>
          <ac:spMkLst>
            <pc:docMk/>
            <pc:sldMk cId="613842797" sldId="664"/>
            <ac:spMk id="158" creationId="{191E9EBC-308D-07BE-E4C6-609280B3DA78}"/>
          </ac:spMkLst>
        </pc:spChg>
        <pc:spChg chg="add mod">
          <ac:chgData name="Luis Carlos Guevara Hernandez" userId="946bcc4c-b146-4724-978c-751fab731e0a" providerId="ADAL" clId="{8D45B6E4-1233-4CBF-9F60-0793E96FE6AE}" dt="2026-05-20T15:01:29.862" v="1356" actId="164"/>
          <ac:spMkLst>
            <pc:docMk/>
            <pc:sldMk cId="613842797" sldId="664"/>
            <ac:spMk id="159" creationId="{7D6616B7-B627-8A18-0B82-F57A59B39C2F}"/>
          </ac:spMkLst>
        </pc:spChg>
        <pc:spChg chg="add mod">
          <ac:chgData name="Luis Carlos Guevara Hernandez" userId="946bcc4c-b146-4724-978c-751fab731e0a" providerId="ADAL" clId="{8D45B6E4-1233-4CBF-9F60-0793E96FE6AE}" dt="2026-05-20T15:01:29.862" v="1356" actId="164"/>
          <ac:spMkLst>
            <pc:docMk/>
            <pc:sldMk cId="613842797" sldId="664"/>
            <ac:spMk id="160" creationId="{4B17C778-7D20-77EB-2D62-B641B5B2CF25}"/>
          </ac:spMkLst>
        </pc:spChg>
        <pc:spChg chg="add mod">
          <ac:chgData name="Luis Carlos Guevara Hernandez" userId="946bcc4c-b146-4724-978c-751fab731e0a" providerId="ADAL" clId="{8D45B6E4-1233-4CBF-9F60-0793E96FE6AE}" dt="2026-05-20T15:01:29.862" v="1356" actId="164"/>
          <ac:spMkLst>
            <pc:docMk/>
            <pc:sldMk cId="613842797" sldId="664"/>
            <ac:spMk id="162" creationId="{41094872-8728-997A-B703-FEC174360669}"/>
          </ac:spMkLst>
        </pc:spChg>
        <pc:spChg chg="add mod">
          <ac:chgData name="Luis Carlos Guevara Hernandez" userId="946bcc4c-b146-4724-978c-751fab731e0a" providerId="ADAL" clId="{8D45B6E4-1233-4CBF-9F60-0793E96FE6AE}" dt="2026-05-20T15:03:48.469" v="1397" actId="1036"/>
          <ac:spMkLst>
            <pc:docMk/>
            <pc:sldMk cId="613842797" sldId="664"/>
            <ac:spMk id="164" creationId="{98ED974F-12F1-FE1C-20EC-5EE131ABD5D5}"/>
          </ac:spMkLst>
        </pc:spChg>
        <pc:spChg chg="add mod">
          <ac:chgData name="Luis Carlos Guevara Hernandez" userId="946bcc4c-b146-4724-978c-751fab731e0a" providerId="ADAL" clId="{8D45B6E4-1233-4CBF-9F60-0793E96FE6AE}" dt="2026-05-20T15:21:12.314" v="1661" actId="207"/>
          <ac:spMkLst>
            <pc:docMk/>
            <pc:sldMk cId="613842797" sldId="664"/>
            <ac:spMk id="165" creationId="{7A4B6C32-1475-6966-4195-ABCDC4CC60C0}"/>
          </ac:spMkLst>
        </pc:spChg>
        <pc:spChg chg="add mod">
          <ac:chgData name="Luis Carlos Guevara Hernandez" userId="946bcc4c-b146-4724-978c-751fab731e0a" providerId="ADAL" clId="{8D45B6E4-1233-4CBF-9F60-0793E96FE6AE}" dt="2026-05-20T15:05:50.683" v="1440" actId="14100"/>
          <ac:spMkLst>
            <pc:docMk/>
            <pc:sldMk cId="613842797" sldId="664"/>
            <ac:spMk id="167" creationId="{A45145F4-89F9-5532-BF99-ABB8B61E9AE6}"/>
          </ac:spMkLst>
        </pc:spChg>
        <pc:spChg chg="add mod">
          <ac:chgData name="Luis Carlos Guevara Hernandez" userId="946bcc4c-b146-4724-978c-751fab731e0a" providerId="ADAL" clId="{8D45B6E4-1233-4CBF-9F60-0793E96FE6AE}" dt="2026-05-20T15:03:56.333" v="1411" actId="1036"/>
          <ac:spMkLst>
            <pc:docMk/>
            <pc:sldMk cId="613842797" sldId="664"/>
            <ac:spMk id="168" creationId="{BD502FB0-2781-41A6-1CCF-AD0CBE226364}"/>
          </ac:spMkLst>
        </pc:spChg>
        <pc:spChg chg="add mod">
          <ac:chgData name="Luis Carlos Guevara Hernandez" userId="946bcc4c-b146-4724-978c-751fab731e0a" providerId="ADAL" clId="{8D45B6E4-1233-4CBF-9F60-0793E96FE6AE}" dt="2026-05-20T15:05:59.431" v="1443" actId="14100"/>
          <ac:spMkLst>
            <pc:docMk/>
            <pc:sldMk cId="613842797" sldId="664"/>
            <ac:spMk id="169" creationId="{4A055931-526E-53EB-9CBD-0D542EEBD55F}"/>
          </ac:spMkLst>
        </pc:spChg>
        <pc:spChg chg="add mod">
          <ac:chgData name="Luis Carlos Guevara Hernandez" userId="946bcc4c-b146-4724-978c-751fab731e0a" providerId="ADAL" clId="{8D45B6E4-1233-4CBF-9F60-0793E96FE6AE}" dt="2026-05-20T15:05:52.941" v="1441" actId="14100"/>
          <ac:spMkLst>
            <pc:docMk/>
            <pc:sldMk cId="613842797" sldId="664"/>
            <ac:spMk id="170" creationId="{362EC3A3-06EE-7B95-E362-2728883F85A7}"/>
          </ac:spMkLst>
        </pc:spChg>
        <pc:spChg chg="add mod">
          <ac:chgData name="Luis Carlos Guevara Hernandez" userId="946bcc4c-b146-4724-978c-751fab731e0a" providerId="ADAL" clId="{8D45B6E4-1233-4CBF-9F60-0793E96FE6AE}" dt="2026-05-20T15:00:17.644" v="1319"/>
          <ac:spMkLst>
            <pc:docMk/>
            <pc:sldMk cId="613842797" sldId="664"/>
            <ac:spMk id="171" creationId="{0179DD50-90D7-DA15-980D-B4107AC8E28D}"/>
          </ac:spMkLst>
        </pc:spChg>
        <pc:spChg chg="add mod">
          <ac:chgData name="Luis Carlos Guevara Hernandez" userId="946bcc4c-b146-4724-978c-751fab731e0a" providerId="ADAL" clId="{8D45B6E4-1233-4CBF-9F60-0793E96FE6AE}" dt="2026-05-20T15:00:17.644" v="1319"/>
          <ac:spMkLst>
            <pc:docMk/>
            <pc:sldMk cId="613842797" sldId="664"/>
            <ac:spMk id="172" creationId="{B0E536F6-23D5-63A5-6449-B963B34DB184}"/>
          </ac:spMkLst>
        </pc:spChg>
        <pc:spChg chg="add mod">
          <ac:chgData name="Luis Carlos Guevara Hernandez" userId="946bcc4c-b146-4724-978c-751fab731e0a" providerId="ADAL" clId="{8D45B6E4-1233-4CBF-9F60-0793E96FE6AE}" dt="2026-05-20T15:00:17.644" v="1319"/>
          <ac:spMkLst>
            <pc:docMk/>
            <pc:sldMk cId="613842797" sldId="664"/>
            <ac:spMk id="173" creationId="{B7BD6734-DFED-597B-24BB-28989E8A7DA6}"/>
          </ac:spMkLst>
        </pc:spChg>
        <pc:spChg chg="add mod">
          <ac:chgData name="Luis Carlos Guevara Hernandez" userId="946bcc4c-b146-4724-978c-751fab731e0a" providerId="ADAL" clId="{8D45B6E4-1233-4CBF-9F60-0793E96FE6AE}" dt="2026-05-20T15:04:06.517" v="1423" actId="1035"/>
          <ac:spMkLst>
            <pc:docMk/>
            <pc:sldMk cId="613842797" sldId="664"/>
            <ac:spMk id="174" creationId="{A5C9B109-CE47-1FB2-BBAE-9BAAA113CFE1}"/>
          </ac:spMkLst>
        </pc:spChg>
        <pc:spChg chg="add mod">
          <ac:chgData name="Luis Carlos Guevara Hernandez" userId="946bcc4c-b146-4724-978c-751fab731e0a" providerId="ADAL" clId="{8D45B6E4-1233-4CBF-9F60-0793E96FE6AE}" dt="2026-05-20T15:10:12.644" v="1482" actId="20577"/>
          <ac:spMkLst>
            <pc:docMk/>
            <pc:sldMk cId="613842797" sldId="664"/>
            <ac:spMk id="175" creationId="{E62C5653-79DF-632A-08B3-951605C0D59D}"/>
          </ac:spMkLst>
        </pc:spChg>
        <pc:spChg chg="add mod">
          <ac:chgData name="Luis Carlos Guevara Hernandez" userId="946bcc4c-b146-4724-978c-751fab731e0a" providerId="ADAL" clId="{8D45B6E4-1233-4CBF-9F60-0793E96FE6AE}" dt="2026-05-20T15:05:55.894" v="1442" actId="14100"/>
          <ac:spMkLst>
            <pc:docMk/>
            <pc:sldMk cId="613842797" sldId="664"/>
            <ac:spMk id="176" creationId="{4FC04CEB-11D3-0A18-B0FD-BB1497105F6D}"/>
          </ac:spMkLst>
        </pc:spChg>
        <pc:spChg chg="add mod">
          <ac:chgData name="Luis Carlos Guevara Hernandez" userId="946bcc4c-b146-4724-978c-751fab731e0a" providerId="ADAL" clId="{8D45B6E4-1233-4CBF-9F60-0793E96FE6AE}" dt="2026-05-20T15:03:41.586" v="1383"/>
          <ac:spMkLst>
            <pc:docMk/>
            <pc:sldMk cId="613842797" sldId="664"/>
            <ac:spMk id="180" creationId="{953944E5-9B42-4F32-843A-A54B22AEDDBB}"/>
          </ac:spMkLst>
        </pc:spChg>
        <pc:grpChg chg="mod">
          <ac:chgData name="Luis Carlos Guevara Hernandez" userId="946bcc4c-b146-4724-978c-751fab731e0a" providerId="ADAL" clId="{8D45B6E4-1233-4CBF-9F60-0793E96FE6AE}" dt="2026-05-20T14:17:41.806" v="437" actId="1076"/>
          <ac:grpSpMkLst>
            <pc:docMk/>
            <pc:sldMk cId="613842797" sldId="664"/>
            <ac:grpSpMk id="55" creationId="{55AFF22B-3676-14DE-7E7B-188C66B207C4}"/>
          </ac:grpSpMkLst>
        </pc:grpChg>
        <pc:grpChg chg="del">
          <ac:chgData name="Luis Carlos Guevara Hernandez" userId="946bcc4c-b146-4724-978c-751fab731e0a" providerId="ADAL" clId="{8D45B6E4-1233-4CBF-9F60-0793E96FE6AE}" dt="2026-05-20T14:17:45.507" v="439" actId="478"/>
          <ac:grpSpMkLst>
            <pc:docMk/>
            <pc:sldMk cId="613842797" sldId="664"/>
            <ac:grpSpMk id="56" creationId="{5F5478CA-5515-EC2E-BC33-DDD13C65EF51}"/>
          </ac:grpSpMkLst>
        </pc:grpChg>
        <pc:grpChg chg="del mod">
          <ac:chgData name="Luis Carlos Guevara Hernandez" userId="946bcc4c-b146-4724-978c-751fab731e0a" providerId="ADAL" clId="{8D45B6E4-1233-4CBF-9F60-0793E96FE6AE}" dt="2026-05-20T14:46:18.453" v="988" actId="478"/>
          <ac:grpSpMkLst>
            <pc:docMk/>
            <pc:sldMk cId="613842797" sldId="664"/>
            <ac:grpSpMk id="72" creationId="{D0644FF8-422B-797D-B4B4-AFD0A601BE23}"/>
          </ac:grpSpMkLst>
        </pc:grpChg>
        <pc:grpChg chg="del mod">
          <ac:chgData name="Luis Carlos Guevara Hernandez" userId="946bcc4c-b146-4724-978c-751fab731e0a" providerId="ADAL" clId="{8D45B6E4-1233-4CBF-9F60-0793E96FE6AE}" dt="2026-05-20T14:46:18.453" v="988" actId="478"/>
          <ac:grpSpMkLst>
            <pc:docMk/>
            <pc:sldMk cId="613842797" sldId="664"/>
            <ac:grpSpMk id="75" creationId="{9E230B31-32CA-F04F-BF8E-659575C2967B}"/>
          </ac:grpSpMkLst>
        </pc:grpChg>
        <pc:grpChg chg="add mod">
          <ac:chgData name="Luis Carlos Guevara Hernandez" userId="946bcc4c-b146-4724-978c-751fab731e0a" providerId="ADAL" clId="{8D45B6E4-1233-4CBF-9F60-0793E96FE6AE}" dt="2026-05-20T15:01:34.705" v="1357" actId="164"/>
          <ac:grpSpMkLst>
            <pc:docMk/>
            <pc:sldMk cId="613842797" sldId="664"/>
            <ac:grpSpMk id="89" creationId="{87D4D44F-3F30-09C6-E226-9FF319B6A132}"/>
          </ac:grpSpMkLst>
        </pc:grpChg>
        <pc:grpChg chg="add mod">
          <ac:chgData name="Luis Carlos Guevara Hernandez" userId="946bcc4c-b146-4724-978c-751fab731e0a" providerId="ADAL" clId="{8D45B6E4-1233-4CBF-9F60-0793E96FE6AE}" dt="2026-05-20T15:01:34.705" v="1357" actId="164"/>
          <ac:grpSpMkLst>
            <pc:docMk/>
            <pc:sldMk cId="613842797" sldId="664"/>
            <ac:grpSpMk id="98" creationId="{D0472FFA-EE9E-731E-BDF1-3A5C383DA4CA}"/>
          </ac:grpSpMkLst>
        </pc:grpChg>
        <pc:grpChg chg="add mod ord">
          <ac:chgData name="Luis Carlos Guevara Hernandez" userId="946bcc4c-b146-4724-978c-751fab731e0a" providerId="ADAL" clId="{8D45B6E4-1233-4CBF-9F60-0793E96FE6AE}" dt="2026-05-20T14:27:38.389" v="565" actId="164"/>
          <ac:grpSpMkLst>
            <pc:docMk/>
            <pc:sldMk cId="613842797" sldId="664"/>
            <ac:grpSpMk id="104" creationId="{9DBFB6CF-31B6-5D41-F9C4-FC4B9863FE91}"/>
          </ac:grpSpMkLst>
        </pc:grpChg>
        <pc:grpChg chg="mod">
          <ac:chgData name="Luis Carlos Guevara Hernandez" userId="946bcc4c-b146-4724-978c-751fab731e0a" providerId="ADAL" clId="{8D45B6E4-1233-4CBF-9F60-0793E96FE6AE}" dt="2026-05-20T14:35:08.438" v="724" actId="164"/>
          <ac:grpSpMkLst>
            <pc:docMk/>
            <pc:sldMk cId="613842797" sldId="664"/>
            <ac:grpSpMk id="111" creationId="{5E016AC6-CBD2-C440-4234-02038CF8E569}"/>
          </ac:grpSpMkLst>
        </pc:grpChg>
        <pc:grpChg chg="add mod">
          <ac:chgData name="Luis Carlos Guevara Hernandez" userId="946bcc4c-b146-4724-978c-751fab731e0a" providerId="ADAL" clId="{8D45B6E4-1233-4CBF-9F60-0793E96FE6AE}" dt="2026-05-20T15:01:16.759" v="1346" actId="1036"/>
          <ac:grpSpMkLst>
            <pc:docMk/>
            <pc:sldMk cId="613842797" sldId="664"/>
            <ac:grpSpMk id="120" creationId="{2A9B95BD-2493-4783-53A9-CD9160C93017}"/>
          </ac:grpSpMkLst>
        </pc:grpChg>
        <pc:grpChg chg="add mod">
          <ac:chgData name="Luis Carlos Guevara Hernandez" userId="946bcc4c-b146-4724-978c-751fab731e0a" providerId="ADAL" clId="{8D45B6E4-1233-4CBF-9F60-0793E96FE6AE}" dt="2026-05-20T15:01:34.705" v="1357" actId="164"/>
          <ac:grpSpMkLst>
            <pc:docMk/>
            <pc:sldMk cId="613842797" sldId="664"/>
            <ac:grpSpMk id="131" creationId="{A6730EEC-70E7-7203-9130-84596D3B99A2}"/>
          </ac:grpSpMkLst>
        </pc:grpChg>
        <pc:grpChg chg="add del mod">
          <ac:chgData name="Luis Carlos Guevara Hernandez" userId="946bcc4c-b146-4724-978c-751fab731e0a" providerId="ADAL" clId="{8D45B6E4-1233-4CBF-9F60-0793E96FE6AE}" dt="2026-05-20T14:49:15.405" v="1006" actId="21"/>
          <ac:grpSpMkLst>
            <pc:docMk/>
            <pc:sldMk cId="613842797" sldId="664"/>
            <ac:grpSpMk id="143" creationId="{F1D9E4DC-1A7F-91B7-E6C4-86F9C6877C54}"/>
          </ac:grpSpMkLst>
        </pc:grpChg>
        <pc:grpChg chg="add del mod">
          <ac:chgData name="Luis Carlos Guevara Hernandez" userId="946bcc4c-b146-4724-978c-751fab731e0a" providerId="ADAL" clId="{8D45B6E4-1233-4CBF-9F60-0793E96FE6AE}" dt="2026-05-20T14:49:15.405" v="1006" actId="21"/>
          <ac:grpSpMkLst>
            <pc:docMk/>
            <pc:sldMk cId="613842797" sldId="664"/>
            <ac:grpSpMk id="144" creationId="{648DD57E-7BB9-0140-CD9F-798933E3244A}"/>
          </ac:grpSpMkLst>
        </pc:grpChg>
        <pc:grpChg chg="mod">
          <ac:chgData name="Luis Carlos Guevara Hernandez" userId="946bcc4c-b146-4724-978c-751fab731e0a" providerId="ADAL" clId="{8D45B6E4-1233-4CBF-9F60-0793E96FE6AE}" dt="2026-05-20T15:01:29.862" v="1356" actId="164"/>
          <ac:grpSpMkLst>
            <pc:docMk/>
            <pc:sldMk cId="613842797" sldId="664"/>
            <ac:grpSpMk id="150" creationId="{648DD57E-7BB9-0140-CD9F-798933E3244A}"/>
          </ac:grpSpMkLst>
        </pc:grpChg>
        <pc:grpChg chg="mod">
          <ac:chgData name="Luis Carlos Guevara Hernandez" userId="946bcc4c-b146-4724-978c-751fab731e0a" providerId="ADAL" clId="{8D45B6E4-1233-4CBF-9F60-0793E96FE6AE}" dt="2026-05-20T15:01:29.862" v="1356" actId="164"/>
          <ac:grpSpMkLst>
            <pc:docMk/>
            <pc:sldMk cId="613842797" sldId="664"/>
            <ac:grpSpMk id="154" creationId="{F1D9E4DC-1A7F-91B7-E6C4-86F9C6877C54}"/>
          </ac:grpSpMkLst>
        </pc:grpChg>
        <pc:grpChg chg="mod">
          <ac:chgData name="Luis Carlos Guevara Hernandez" userId="946bcc4c-b146-4724-978c-751fab731e0a" providerId="ADAL" clId="{8D45B6E4-1233-4CBF-9F60-0793E96FE6AE}" dt="2026-05-20T15:09:48.845" v="1478" actId="1038"/>
          <ac:grpSpMkLst>
            <pc:docMk/>
            <pc:sldMk cId="613842797" sldId="664"/>
            <ac:grpSpMk id="177" creationId="{669AC22C-34A4-B1A5-DDC9-F75AC60508C5}"/>
          </ac:grpSpMkLst>
        </pc:grpChg>
        <pc:grpChg chg="add mod">
          <ac:chgData name="Luis Carlos Guevara Hernandez" userId="946bcc4c-b146-4724-978c-751fab731e0a" providerId="ADAL" clId="{8D45B6E4-1233-4CBF-9F60-0793E96FE6AE}" dt="2026-05-20T15:09:48.845" v="1478" actId="1038"/>
          <ac:grpSpMkLst>
            <pc:docMk/>
            <pc:sldMk cId="613842797" sldId="664"/>
            <ac:grpSpMk id="178" creationId="{75CBC85E-6FF5-EF5D-08EB-AFE492423567}"/>
          </ac:grpSpMkLst>
        </pc:grpChg>
        <pc:grpChg chg="add mod">
          <ac:chgData name="Luis Carlos Guevara Hernandez" userId="946bcc4c-b146-4724-978c-751fab731e0a" providerId="ADAL" clId="{8D45B6E4-1233-4CBF-9F60-0793E96FE6AE}" dt="2026-05-20T15:09:48.845" v="1478" actId="1038"/>
          <ac:grpSpMkLst>
            <pc:docMk/>
            <pc:sldMk cId="613842797" sldId="664"/>
            <ac:grpSpMk id="179" creationId="{BEF2E9EA-6635-43CD-5782-D94A50C876FD}"/>
          </ac:grpSpMkLst>
        </pc:grpChg>
        <pc:picChg chg="add del mod">
          <ac:chgData name="Luis Carlos Guevara Hernandez" userId="946bcc4c-b146-4724-978c-751fab731e0a" providerId="ADAL" clId="{8D45B6E4-1233-4CBF-9F60-0793E96FE6AE}" dt="2026-05-20T14:14:59.871" v="422" actId="478"/>
          <ac:picMkLst>
            <pc:docMk/>
            <pc:sldMk cId="613842797" sldId="664"/>
            <ac:picMk id="3" creationId="{BFAD94C4-5492-6C9B-30C5-C9579B5892A7}"/>
          </ac:picMkLst>
        </pc:picChg>
        <pc:picChg chg="add del mod">
          <ac:chgData name="Luis Carlos Guevara Hernandez" userId="946bcc4c-b146-4724-978c-751fab731e0a" providerId="ADAL" clId="{8D45B6E4-1233-4CBF-9F60-0793E96FE6AE}" dt="2026-05-20T14:11:04.120" v="412" actId="22"/>
          <ac:picMkLst>
            <pc:docMk/>
            <pc:sldMk cId="613842797" sldId="664"/>
            <ac:picMk id="6" creationId="{073D6448-5DEE-4C3B-C1E8-A2A20420C17C}"/>
          </ac:picMkLst>
        </pc:picChg>
        <pc:picChg chg="add del mod">
          <ac:chgData name="Luis Carlos Guevara Hernandez" userId="946bcc4c-b146-4724-978c-751fab731e0a" providerId="ADAL" clId="{8D45B6E4-1233-4CBF-9F60-0793E96FE6AE}" dt="2026-05-20T14:14:59.871" v="422" actId="478"/>
          <ac:picMkLst>
            <pc:docMk/>
            <pc:sldMk cId="613842797" sldId="664"/>
            <ac:picMk id="10" creationId="{5BCE1D17-024D-CC22-EAD6-DDFE2D57AAC6}"/>
          </ac:picMkLst>
        </pc:picChg>
        <pc:picChg chg="del">
          <ac:chgData name="Luis Carlos Guevara Hernandez" userId="946bcc4c-b146-4724-978c-751fab731e0a" providerId="ADAL" clId="{8D45B6E4-1233-4CBF-9F60-0793E96FE6AE}" dt="2026-05-20T14:06:29.227" v="403" actId="478"/>
          <ac:picMkLst>
            <pc:docMk/>
            <pc:sldMk cId="613842797" sldId="664"/>
            <ac:picMk id="15" creationId="{98C5130A-D42B-2653-B076-D1AC6E0DC82C}"/>
          </ac:picMkLst>
        </pc:picChg>
        <pc:picChg chg="add del mod">
          <ac:chgData name="Luis Carlos Guevara Hernandez" userId="946bcc4c-b146-4724-978c-751fab731e0a" providerId="ADAL" clId="{8D45B6E4-1233-4CBF-9F60-0793E96FE6AE}" dt="2026-05-20T14:14:59.871" v="422" actId="478"/>
          <ac:picMkLst>
            <pc:docMk/>
            <pc:sldMk cId="613842797" sldId="664"/>
            <ac:picMk id="16" creationId="{21ADC211-1868-B672-FB55-A3662F84D087}"/>
          </ac:picMkLst>
        </pc:picChg>
        <pc:picChg chg="add mod">
          <ac:chgData name="Luis Carlos Guevara Hernandez" userId="946bcc4c-b146-4724-978c-751fab731e0a" providerId="ADAL" clId="{8D45B6E4-1233-4CBF-9F60-0793E96FE6AE}" dt="2026-05-20T14:17:35.692" v="435" actId="1076"/>
          <ac:picMkLst>
            <pc:docMk/>
            <pc:sldMk cId="613842797" sldId="664"/>
            <ac:picMk id="18" creationId="{32E4815A-2C44-09CD-879F-C50EF8693E1D}"/>
          </ac:picMkLst>
        </pc:picChg>
        <pc:picChg chg="add del mod">
          <ac:chgData name="Luis Carlos Guevara Hernandez" userId="946bcc4c-b146-4724-978c-751fab731e0a" providerId="ADAL" clId="{8D45B6E4-1233-4CBF-9F60-0793E96FE6AE}" dt="2026-05-20T14:30:59.874" v="625" actId="27803"/>
          <ac:picMkLst>
            <pc:docMk/>
            <pc:sldMk cId="613842797" sldId="664"/>
            <ac:picMk id="20" creationId="{B8F716B5-7886-9B05-EE4C-0C66700D3E98}"/>
          </ac:picMkLst>
        </pc:picChg>
        <pc:picChg chg="mod">
          <ac:chgData name="Luis Carlos Guevara Hernandez" userId="946bcc4c-b146-4724-978c-751fab731e0a" providerId="ADAL" clId="{8D45B6E4-1233-4CBF-9F60-0793E96FE6AE}" dt="2026-05-20T14:44:43.587" v="941" actId="164"/>
          <ac:picMkLst>
            <pc:docMk/>
            <pc:sldMk cId="613842797" sldId="664"/>
            <ac:picMk id="25" creationId="{0E8B8D95-F280-ADC1-827A-DC0AE0864AC8}"/>
          </ac:picMkLst>
        </pc:picChg>
        <pc:picChg chg="del mod">
          <ac:chgData name="Luis Carlos Guevara Hernandez" userId="946bcc4c-b146-4724-978c-751fab731e0a" providerId="ADAL" clId="{8D45B6E4-1233-4CBF-9F60-0793E96FE6AE}" dt="2026-05-20T14:46:18.453" v="988" actId="478"/>
          <ac:picMkLst>
            <pc:docMk/>
            <pc:sldMk cId="613842797" sldId="664"/>
            <ac:picMk id="27" creationId="{B7FA3344-B841-7E5D-11CB-2C8EBF5A8CC7}"/>
          </ac:picMkLst>
        </pc:picChg>
        <pc:picChg chg="add mod">
          <ac:chgData name="Luis Carlos Guevara Hernandez" userId="946bcc4c-b146-4724-978c-751fab731e0a" providerId="ADAL" clId="{8D45B6E4-1233-4CBF-9F60-0793E96FE6AE}" dt="2026-05-20T14:23:46.706" v="521" actId="164"/>
          <ac:picMkLst>
            <pc:docMk/>
            <pc:sldMk cId="613842797" sldId="664"/>
            <ac:picMk id="29" creationId="{AEBB7E27-1288-74F9-51D8-B43FD74BD562}"/>
          </ac:picMkLst>
        </pc:picChg>
        <pc:picChg chg="mod">
          <ac:chgData name="Luis Carlos Guevara Hernandez" userId="946bcc4c-b146-4724-978c-751fab731e0a" providerId="ADAL" clId="{8D45B6E4-1233-4CBF-9F60-0793E96FE6AE}" dt="2026-05-20T15:01:24.778" v="1355" actId="164"/>
          <ac:picMkLst>
            <pc:docMk/>
            <pc:sldMk cId="613842797" sldId="664"/>
            <ac:picMk id="31" creationId="{93D237EA-1F63-7914-9788-A3750E5E0C26}"/>
          </ac:picMkLst>
        </pc:picChg>
        <pc:picChg chg="add del mod">
          <ac:chgData name="Luis Carlos Guevara Hernandez" userId="946bcc4c-b146-4724-978c-751fab731e0a" providerId="ADAL" clId="{8D45B6E4-1233-4CBF-9F60-0793E96FE6AE}" dt="2026-05-20T14:46:20.184" v="990" actId="478"/>
          <ac:picMkLst>
            <pc:docMk/>
            <pc:sldMk cId="613842797" sldId="664"/>
            <ac:picMk id="33" creationId="{8F1453AA-B23C-690D-1EE0-2CEFBF0A2DD0}"/>
          </ac:picMkLst>
        </pc:picChg>
        <pc:picChg chg="add mod">
          <ac:chgData name="Luis Carlos Guevara Hernandez" userId="946bcc4c-b146-4724-978c-751fab731e0a" providerId="ADAL" clId="{8D45B6E4-1233-4CBF-9F60-0793E96FE6AE}" dt="2026-05-20T15:01:24.778" v="1355" actId="164"/>
          <ac:picMkLst>
            <pc:docMk/>
            <pc:sldMk cId="613842797" sldId="664"/>
            <ac:picMk id="36" creationId="{83A2FCF3-184F-2ED5-1985-147CD3BF1BFF}"/>
          </ac:picMkLst>
        </pc:picChg>
        <pc:picChg chg="add mod">
          <ac:chgData name="Luis Carlos Guevara Hernandez" userId="946bcc4c-b146-4724-978c-751fab731e0a" providerId="ADAL" clId="{8D45B6E4-1233-4CBF-9F60-0793E96FE6AE}" dt="2026-05-20T14:35:08.438" v="724" actId="164"/>
          <ac:picMkLst>
            <pc:docMk/>
            <pc:sldMk cId="613842797" sldId="664"/>
            <ac:picMk id="38" creationId="{5E9EE8A3-D048-7DFC-24CE-958063EE5F27}"/>
          </ac:picMkLst>
        </pc:picChg>
        <pc:picChg chg="mod ord">
          <ac:chgData name="Luis Carlos Guevara Hernandez" userId="946bcc4c-b146-4724-978c-751fab731e0a" providerId="ADAL" clId="{8D45B6E4-1233-4CBF-9F60-0793E96FE6AE}" dt="2026-05-20T14:18:55.930" v="458" actId="164"/>
          <ac:picMkLst>
            <pc:docMk/>
            <pc:sldMk cId="613842797" sldId="664"/>
            <ac:picMk id="40" creationId="{D5A0766E-38E0-AA0F-A572-557F68D01910}"/>
          </ac:picMkLst>
        </pc:picChg>
        <pc:picChg chg="add mod ord">
          <ac:chgData name="Luis Carlos Guevara Hernandez" userId="946bcc4c-b146-4724-978c-751fab731e0a" providerId="ADAL" clId="{8D45B6E4-1233-4CBF-9F60-0793E96FE6AE}" dt="2026-05-20T14:45:36.752" v="976" actId="164"/>
          <ac:picMkLst>
            <pc:docMk/>
            <pc:sldMk cId="613842797" sldId="664"/>
            <ac:picMk id="42" creationId="{B6221848-A50B-090B-DE21-B7354FE36E8B}"/>
          </ac:picMkLst>
        </pc:picChg>
        <pc:picChg chg="add mod ord">
          <ac:chgData name="Luis Carlos Guevara Hernandez" userId="946bcc4c-b146-4724-978c-751fab731e0a" providerId="ADAL" clId="{8D45B6E4-1233-4CBF-9F60-0793E96FE6AE}" dt="2026-05-20T14:23:46.706" v="521" actId="164"/>
          <ac:picMkLst>
            <pc:docMk/>
            <pc:sldMk cId="613842797" sldId="664"/>
            <ac:picMk id="44" creationId="{3D728FAC-D4FC-5A4D-F8F0-93A5EE722344}"/>
          </ac:picMkLst>
        </pc:picChg>
        <pc:picChg chg="add del mod">
          <ac:chgData name="Luis Carlos Guevara Hernandez" userId="946bcc4c-b146-4724-978c-751fab731e0a" providerId="ADAL" clId="{8D45B6E4-1233-4CBF-9F60-0793E96FE6AE}" dt="2026-05-20T14:42:53.354" v="913" actId="478"/>
          <ac:picMkLst>
            <pc:docMk/>
            <pc:sldMk cId="613842797" sldId="664"/>
            <ac:picMk id="46" creationId="{123F4305-890F-A228-FC51-550E3172B064}"/>
          </ac:picMkLst>
        </pc:picChg>
        <pc:picChg chg="mod ord">
          <ac:chgData name="Luis Carlos Guevara Hernandez" userId="946bcc4c-b146-4724-978c-751fab731e0a" providerId="ADAL" clId="{8D45B6E4-1233-4CBF-9F60-0793E96FE6AE}" dt="2026-05-20T14:45:36.752" v="976" actId="164"/>
          <ac:picMkLst>
            <pc:docMk/>
            <pc:sldMk cId="613842797" sldId="664"/>
            <ac:picMk id="48" creationId="{CE4D771B-65AD-539A-4653-3409B8FF8810}"/>
          </ac:picMkLst>
        </pc:picChg>
        <pc:picChg chg="add mod ord">
          <ac:chgData name="Luis Carlos Guevara Hernandez" userId="946bcc4c-b146-4724-978c-751fab731e0a" providerId="ADAL" clId="{8D45B6E4-1233-4CBF-9F60-0793E96FE6AE}" dt="2026-05-20T14:18:55.930" v="458" actId="164"/>
          <ac:picMkLst>
            <pc:docMk/>
            <pc:sldMk cId="613842797" sldId="664"/>
            <ac:picMk id="50" creationId="{534B7A84-5F5D-36CE-0724-77FA393F3558}"/>
          </ac:picMkLst>
        </pc:picChg>
        <pc:picChg chg="mod">
          <ac:chgData name="Luis Carlos Guevara Hernandez" userId="946bcc4c-b146-4724-978c-751fab731e0a" providerId="ADAL" clId="{8D45B6E4-1233-4CBF-9F60-0793E96FE6AE}" dt="2026-05-20T14:35:08.438" v="724" actId="164"/>
          <ac:picMkLst>
            <pc:docMk/>
            <pc:sldMk cId="613842797" sldId="664"/>
            <ac:picMk id="52" creationId="{B90E1A87-DF1E-3F50-1B36-724F71923E32}"/>
          </ac:picMkLst>
        </pc:picChg>
        <pc:picChg chg="del mod">
          <ac:chgData name="Luis Carlos Guevara Hernandez" userId="946bcc4c-b146-4724-978c-751fab731e0a" providerId="ADAL" clId="{8D45B6E4-1233-4CBF-9F60-0793E96FE6AE}" dt="2026-05-20T14:34:30.679" v="715" actId="478"/>
          <ac:picMkLst>
            <pc:docMk/>
            <pc:sldMk cId="613842797" sldId="664"/>
            <ac:picMk id="54" creationId="{97F45944-85ED-E5AC-27C9-A88F3BE5C6C0}"/>
          </ac:picMkLst>
        </pc:picChg>
        <pc:picChg chg="add mod">
          <ac:chgData name="Luis Carlos Guevara Hernandez" userId="946bcc4c-b146-4724-978c-751fab731e0a" providerId="ADAL" clId="{8D45B6E4-1233-4CBF-9F60-0793E96FE6AE}" dt="2026-05-20T14:18:55.930" v="458" actId="164"/>
          <ac:picMkLst>
            <pc:docMk/>
            <pc:sldMk cId="613842797" sldId="664"/>
            <ac:picMk id="86" creationId="{0C83DD07-E759-462A-A88A-CE49A3463BD2}"/>
          </ac:picMkLst>
        </pc:picChg>
        <pc:picChg chg="add mod">
          <ac:chgData name="Luis Carlos Guevara Hernandez" userId="946bcc4c-b146-4724-978c-751fab731e0a" providerId="ADAL" clId="{8D45B6E4-1233-4CBF-9F60-0793E96FE6AE}" dt="2026-05-20T14:45:36.752" v="976" actId="164"/>
          <ac:picMkLst>
            <pc:docMk/>
            <pc:sldMk cId="613842797" sldId="664"/>
            <ac:picMk id="88" creationId="{17EFED00-6A82-C776-E3BD-46DC23B61049}"/>
          </ac:picMkLst>
        </pc:picChg>
        <pc:picChg chg="add mod">
          <ac:chgData name="Luis Carlos Guevara Hernandez" userId="946bcc4c-b146-4724-978c-751fab731e0a" providerId="ADAL" clId="{8D45B6E4-1233-4CBF-9F60-0793E96FE6AE}" dt="2026-05-20T14:23:46.706" v="521" actId="164"/>
          <ac:picMkLst>
            <pc:docMk/>
            <pc:sldMk cId="613842797" sldId="664"/>
            <ac:picMk id="91" creationId="{D2FA6FFB-F56B-11D6-99DB-23026A86E34E}"/>
          </ac:picMkLst>
        </pc:picChg>
        <pc:picChg chg="add del mod ord modCrop">
          <ac:chgData name="Luis Carlos Guevara Hernandez" userId="946bcc4c-b146-4724-978c-751fab731e0a" providerId="ADAL" clId="{8D45B6E4-1233-4CBF-9F60-0793E96FE6AE}" dt="2026-05-20T14:46:19.555" v="989" actId="478"/>
          <ac:picMkLst>
            <pc:docMk/>
            <pc:sldMk cId="613842797" sldId="664"/>
            <ac:picMk id="95" creationId="{C92CD04B-B435-E39E-7BC1-B32DBB966D5B}"/>
          </ac:picMkLst>
        </pc:picChg>
        <pc:picChg chg="add del mod">
          <ac:chgData name="Luis Carlos Guevara Hernandez" userId="946bcc4c-b146-4724-978c-751fab731e0a" providerId="ADAL" clId="{8D45B6E4-1233-4CBF-9F60-0793E96FE6AE}" dt="2026-05-20T14:28:27.981" v="575" actId="478"/>
          <ac:picMkLst>
            <pc:docMk/>
            <pc:sldMk cId="613842797" sldId="664"/>
            <ac:picMk id="109" creationId="{EBBAB127-3953-D553-CA74-F5040B9368CF}"/>
          </ac:picMkLst>
        </pc:picChg>
        <pc:picChg chg="add mod">
          <ac:chgData name="Luis Carlos Guevara Hernandez" userId="946bcc4c-b146-4724-978c-751fab731e0a" providerId="ADAL" clId="{8D45B6E4-1233-4CBF-9F60-0793E96FE6AE}" dt="2026-05-20T15:01:24.778" v="1355" actId="164"/>
          <ac:picMkLst>
            <pc:docMk/>
            <pc:sldMk cId="613842797" sldId="664"/>
            <ac:picMk id="110" creationId="{B8425489-4A9D-8F3E-F106-3AC7E10773F4}"/>
          </ac:picMkLst>
        </pc:picChg>
        <pc:picChg chg="add del mod">
          <ac:chgData name="Luis Carlos Guevara Hernandez" userId="946bcc4c-b146-4724-978c-751fab731e0a" providerId="ADAL" clId="{8D45B6E4-1233-4CBF-9F60-0793E96FE6AE}" dt="2026-05-20T14:34:17.561" v="710" actId="21"/>
          <ac:picMkLst>
            <pc:docMk/>
            <pc:sldMk cId="613842797" sldId="664"/>
            <ac:picMk id="117" creationId="{87BE3044-5C06-53B2-578B-092CDAE3E3CA}"/>
          </ac:picMkLst>
        </pc:picChg>
        <pc:picChg chg="add mod modCrop">
          <ac:chgData name="Luis Carlos Guevara Hernandez" userId="946bcc4c-b146-4724-978c-751fab731e0a" providerId="ADAL" clId="{8D45B6E4-1233-4CBF-9F60-0793E96FE6AE}" dt="2026-05-20T15:01:24.778" v="1355" actId="164"/>
          <ac:picMkLst>
            <pc:docMk/>
            <pc:sldMk cId="613842797" sldId="664"/>
            <ac:picMk id="123" creationId="{E75C2CA2-498E-8ED2-8DAC-C31841F8E3C2}"/>
          </ac:picMkLst>
        </pc:picChg>
        <pc:picChg chg="add mod modCrop">
          <ac:chgData name="Luis Carlos Guevara Hernandez" userId="946bcc4c-b146-4724-978c-751fab731e0a" providerId="ADAL" clId="{8D45B6E4-1233-4CBF-9F60-0793E96FE6AE}" dt="2026-05-20T14:59:13.028" v="1274" actId="207"/>
          <ac:picMkLst>
            <pc:docMk/>
            <pc:sldMk cId="613842797" sldId="664"/>
            <ac:picMk id="126" creationId="{50102027-8481-AEDD-3EBF-2B38011E11A1}"/>
          </ac:picMkLst>
        </pc:picChg>
        <pc:picChg chg="add mod">
          <ac:chgData name="Luis Carlos Guevara Hernandez" userId="946bcc4c-b146-4724-978c-751fab731e0a" providerId="ADAL" clId="{8D45B6E4-1233-4CBF-9F60-0793E96FE6AE}" dt="2026-05-20T14:44:43.587" v="941" actId="164"/>
          <ac:picMkLst>
            <pc:docMk/>
            <pc:sldMk cId="613842797" sldId="664"/>
            <ac:picMk id="133" creationId="{216EE3A0-35E7-0DEB-BDBE-C7A21BCA9EA5}"/>
          </ac:picMkLst>
        </pc:picChg>
        <pc:picChg chg="add mod">
          <ac:chgData name="Luis Carlos Guevara Hernandez" userId="946bcc4c-b146-4724-978c-751fab731e0a" providerId="ADAL" clId="{8D45B6E4-1233-4CBF-9F60-0793E96FE6AE}" dt="2026-05-20T14:44:43.587" v="941" actId="164"/>
          <ac:picMkLst>
            <pc:docMk/>
            <pc:sldMk cId="613842797" sldId="664"/>
            <ac:picMk id="135" creationId="{5E6D0837-FF43-BF89-42D4-FF7AF6FE5554}"/>
          </ac:picMkLst>
        </pc:picChg>
        <pc:picChg chg="add mod">
          <ac:chgData name="Luis Carlos Guevara Hernandez" userId="946bcc4c-b146-4724-978c-751fab731e0a" providerId="ADAL" clId="{8D45B6E4-1233-4CBF-9F60-0793E96FE6AE}" dt="2026-05-20T15:01:16.759" v="1346" actId="1036"/>
          <ac:picMkLst>
            <pc:docMk/>
            <pc:sldMk cId="613842797" sldId="664"/>
            <ac:picMk id="137" creationId="{0B2BCE6E-6DB4-5175-B748-71633ED28525}"/>
          </ac:picMkLst>
        </pc:picChg>
        <pc:picChg chg="add del mod ord modCrop">
          <ac:chgData name="Luis Carlos Guevara Hernandez" userId="946bcc4c-b146-4724-978c-751fab731e0a" providerId="ADAL" clId="{8D45B6E4-1233-4CBF-9F60-0793E96FE6AE}" dt="2026-05-20T14:49:15.405" v="1006" actId="21"/>
          <ac:picMkLst>
            <pc:docMk/>
            <pc:sldMk cId="613842797" sldId="664"/>
            <ac:picMk id="138" creationId="{F6BF3A84-71B1-EFB8-7BCD-16467E4D37BC}"/>
          </ac:picMkLst>
        </pc:picChg>
        <pc:picChg chg="mod">
          <ac:chgData name="Luis Carlos Guevara Hernandez" userId="946bcc4c-b146-4724-978c-751fab731e0a" providerId="ADAL" clId="{8D45B6E4-1233-4CBF-9F60-0793E96FE6AE}" dt="2026-05-20T14:49:34.009" v="1102"/>
          <ac:picMkLst>
            <pc:docMk/>
            <pc:sldMk cId="613842797" sldId="664"/>
            <ac:picMk id="155" creationId="{0E8B8D95-F280-ADC1-827A-DC0AE0864AC8}"/>
          </ac:picMkLst>
        </pc:picChg>
        <pc:picChg chg="mod">
          <ac:chgData name="Luis Carlos Guevara Hernandez" userId="946bcc4c-b146-4724-978c-751fab731e0a" providerId="ADAL" clId="{8D45B6E4-1233-4CBF-9F60-0793E96FE6AE}" dt="2026-05-20T14:49:34.009" v="1102"/>
          <ac:picMkLst>
            <pc:docMk/>
            <pc:sldMk cId="613842797" sldId="664"/>
            <ac:picMk id="156" creationId="{216EE3A0-35E7-0DEB-BDBE-C7A21BCA9EA5}"/>
          </ac:picMkLst>
        </pc:picChg>
        <pc:picChg chg="mod">
          <ac:chgData name="Luis Carlos Guevara Hernandez" userId="946bcc4c-b146-4724-978c-751fab731e0a" providerId="ADAL" clId="{8D45B6E4-1233-4CBF-9F60-0793E96FE6AE}" dt="2026-05-20T14:49:34.009" v="1102"/>
          <ac:picMkLst>
            <pc:docMk/>
            <pc:sldMk cId="613842797" sldId="664"/>
            <ac:picMk id="157" creationId="{5E6D0837-FF43-BF89-42D4-FF7AF6FE5554}"/>
          </ac:picMkLst>
        </pc:picChg>
        <pc:picChg chg="add mod">
          <ac:chgData name="Luis Carlos Guevara Hernandez" userId="946bcc4c-b146-4724-978c-751fab731e0a" providerId="ADAL" clId="{8D45B6E4-1233-4CBF-9F60-0793E96FE6AE}" dt="2026-05-20T15:01:29.862" v="1356" actId="164"/>
          <ac:picMkLst>
            <pc:docMk/>
            <pc:sldMk cId="613842797" sldId="664"/>
            <ac:picMk id="161" creationId="{F6BF3A84-71B1-EFB8-7BCD-16467E4D37BC}"/>
          </ac:picMkLst>
        </pc:picChg>
      </pc:sldChg>
      <pc:sldChg chg="addSp delSp modSp add mod delAnim">
        <pc:chgData name="Luis Carlos Guevara Hernandez" userId="946bcc4c-b146-4724-978c-751fab731e0a" providerId="ADAL" clId="{8D45B6E4-1233-4CBF-9F60-0793E96FE6AE}" dt="2026-05-20T15:23:42.405" v="1677" actId="1076"/>
        <pc:sldMkLst>
          <pc:docMk/>
          <pc:sldMk cId="1643904346" sldId="665"/>
        </pc:sldMkLst>
        <pc:spChg chg="add del">
          <ac:chgData name="Luis Carlos Guevara Hernandez" userId="946bcc4c-b146-4724-978c-751fab731e0a" providerId="ADAL" clId="{8D45B6E4-1233-4CBF-9F60-0793E96FE6AE}" dt="2026-05-20T15:17:24.716" v="1494" actId="22"/>
          <ac:spMkLst>
            <pc:docMk/>
            <pc:sldMk cId="1643904346" sldId="665"/>
            <ac:spMk id="4" creationId="{090DACD7-AD17-1619-E7FD-7452936D4126}"/>
          </ac:spMkLst>
        </pc:spChg>
        <pc:spChg chg="add del">
          <ac:chgData name="Luis Carlos Guevara Hernandez" userId="946bcc4c-b146-4724-978c-751fab731e0a" providerId="ADAL" clId="{8D45B6E4-1233-4CBF-9F60-0793E96FE6AE}" dt="2026-05-20T15:17:29.283" v="1496" actId="22"/>
          <ac:spMkLst>
            <pc:docMk/>
            <pc:sldMk cId="1643904346" sldId="665"/>
            <ac:spMk id="6" creationId="{69303E48-3440-0E5D-E174-FBA4678492C9}"/>
          </ac:spMkLst>
        </pc:spChg>
        <pc:spChg chg="add del">
          <ac:chgData name="Luis Carlos Guevara Hernandez" userId="946bcc4c-b146-4724-978c-751fab731e0a" providerId="ADAL" clId="{8D45B6E4-1233-4CBF-9F60-0793E96FE6AE}" dt="2026-05-20T15:17:33.404" v="1498" actId="22"/>
          <ac:spMkLst>
            <pc:docMk/>
            <pc:sldMk cId="1643904346" sldId="665"/>
            <ac:spMk id="10" creationId="{2CB5A671-5C54-9DD8-57AD-2B5C4455E23E}"/>
          </ac:spMkLst>
        </pc:spChg>
        <pc:spChg chg="add del">
          <ac:chgData name="Luis Carlos Guevara Hernandez" userId="946bcc4c-b146-4724-978c-751fab731e0a" providerId="ADAL" clId="{8D45B6E4-1233-4CBF-9F60-0793E96FE6AE}" dt="2026-05-20T15:21:16.174" v="1662" actId="478"/>
          <ac:spMkLst>
            <pc:docMk/>
            <pc:sldMk cId="1643904346" sldId="665"/>
            <ac:spMk id="14" creationId="{1BEF4DE4-0820-3D1E-0A8C-B0C9D8936EEE}"/>
          </ac:spMkLst>
        </pc:spChg>
        <pc:spChg chg="add del">
          <ac:chgData name="Luis Carlos Guevara Hernandez" userId="946bcc4c-b146-4724-978c-751fab731e0a" providerId="ADAL" clId="{8D45B6E4-1233-4CBF-9F60-0793E96FE6AE}" dt="2026-05-20T15:22:54.264" v="1665" actId="22"/>
          <ac:spMkLst>
            <pc:docMk/>
            <pc:sldMk cId="1643904346" sldId="665"/>
            <ac:spMk id="16" creationId="{EEF8CFAA-9903-3F58-13BC-9005220A1DD3}"/>
          </ac:spMkLst>
        </pc:spChg>
        <pc:spChg chg="add mod">
          <ac:chgData name="Luis Carlos Guevara Hernandez" userId="946bcc4c-b146-4724-978c-751fab731e0a" providerId="ADAL" clId="{8D45B6E4-1233-4CBF-9F60-0793E96FE6AE}" dt="2026-05-20T15:23:42.405" v="1677" actId="1076"/>
          <ac:spMkLst>
            <pc:docMk/>
            <pc:sldMk cId="1643904346" sldId="665"/>
            <ac:spMk id="18" creationId="{D20EFE4B-99D3-FCAF-0B35-BB58FBB68103}"/>
          </ac:spMkLst>
        </pc:spChg>
        <pc:spChg chg="del">
          <ac:chgData name="Luis Carlos Guevara Hernandez" userId="946bcc4c-b146-4724-978c-751fab731e0a" providerId="ADAL" clId="{8D45B6E4-1233-4CBF-9F60-0793E96FE6AE}" dt="2026-05-20T15:15:38.914" v="1492" actId="478"/>
          <ac:spMkLst>
            <pc:docMk/>
            <pc:sldMk cId="1643904346" sldId="665"/>
            <ac:spMk id="164" creationId="{13C9F1BA-4525-6C38-FA6B-5E4FAA14E3B7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65" creationId="{BABA6468-6370-BBEB-BB7B-14257C883828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67" creationId="{82E4EFD2-F7BC-4C44-93E8-2586AE0ED2A9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68" creationId="{00841E67-2F62-3D5C-BBA9-7E238E79D9DB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69" creationId="{BB05D003-A6AE-A26F-4036-DD1232B005AB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70" creationId="{CD59C483-3B31-DF45-1F9D-72F9FAAE8C18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74" creationId="{0C25B38D-8D9F-6035-E77A-76C72C7670E7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75" creationId="{A1A5AEB6-DDFE-52C3-52D5-F3D2AE23133C}"/>
          </ac:spMkLst>
        </pc:spChg>
        <pc:spChg chg="del">
          <ac:chgData name="Luis Carlos Guevara Hernandez" userId="946bcc4c-b146-4724-978c-751fab731e0a" providerId="ADAL" clId="{8D45B6E4-1233-4CBF-9F60-0793E96FE6AE}" dt="2026-05-20T15:15:35.293" v="1491" actId="478"/>
          <ac:spMkLst>
            <pc:docMk/>
            <pc:sldMk cId="1643904346" sldId="665"/>
            <ac:spMk id="176" creationId="{39650E2E-EC43-BE6B-CB36-51134ACDB456}"/>
          </ac:spMkLst>
        </pc:spChg>
        <pc:grpChg chg="del">
          <ac:chgData name="Luis Carlos Guevara Hernandez" userId="946bcc4c-b146-4724-978c-751fab731e0a" providerId="ADAL" clId="{8D45B6E4-1233-4CBF-9F60-0793E96FE6AE}" dt="2026-05-20T15:15:35.293" v="1491" actId="478"/>
          <ac:grpSpMkLst>
            <pc:docMk/>
            <pc:sldMk cId="1643904346" sldId="665"/>
            <ac:grpSpMk id="177" creationId="{0C442649-4FB1-9423-CAF1-5C3178737AF6}"/>
          </ac:grpSpMkLst>
        </pc:grpChg>
        <pc:grpChg chg="del">
          <ac:chgData name="Luis Carlos Guevara Hernandez" userId="946bcc4c-b146-4724-978c-751fab731e0a" providerId="ADAL" clId="{8D45B6E4-1233-4CBF-9F60-0793E96FE6AE}" dt="2026-05-20T15:15:35.293" v="1491" actId="478"/>
          <ac:grpSpMkLst>
            <pc:docMk/>
            <pc:sldMk cId="1643904346" sldId="665"/>
            <ac:grpSpMk id="179" creationId="{92B48144-2C4E-B7EA-794A-914CF9F426DA}"/>
          </ac:grpSpMkLst>
        </pc:grpChg>
        <pc:picChg chg="add mod">
          <ac:chgData name="Luis Carlos Guevara Hernandez" userId="946bcc4c-b146-4724-978c-751fab731e0a" providerId="ADAL" clId="{8D45B6E4-1233-4CBF-9F60-0793E96FE6AE}" dt="2026-05-20T15:23:32.819" v="1674" actId="1076"/>
          <ac:picMkLst>
            <pc:docMk/>
            <pc:sldMk cId="1643904346" sldId="665"/>
            <ac:picMk id="11" creationId="{2591C5EB-9938-9F7A-F7A3-C5FBBF7A2C7C}"/>
          </ac:picMkLst>
        </pc:picChg>
        <pc:picChg chg="add mod modCrop">
          <ac:chgData name="Luis Carlos Guevara Hernandez" userId="946bcc4c-b146-4724-978c-751fab731e0a" providerId="ADAL" clId="{8D45B6E4-1233-4CBF-9F60-0793E96FE6AE}" dt="2026-05-20T15:23:42.405" v="1677" actId="1076"/>
          <ac:picMkLst>
            <pc:docMk/>
            <pc:sldMk cId="1643904346" sldId="665"/>
            <ac:picMk id="12" creationId="{74A9536C-6550-8C54-315B-A9A3419EC96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2E701E5-B3C4-97DF-1176-2AFC85B6DD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20163-749A-1D0F-B680-5053BC53A41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90100-FC31-4E00-A218-96376BE64108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37B271-DC03-A3C9-7588-BAB858DBB2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54CDE-0013-785C-124F-0E09A6C2C3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A6E62-FD2E-4AD2-B3A8-40B3BB0A9F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84964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4FB681-422F-492A-A538-67B2BCA02B73}" type="datetimeFigureOut">
              <a:rPr lang="en-GB" smtClean="0"/>
              <a:t>20/05/2026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8808D-F8FF-4F45-9B49-F778C5ECCD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891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01908-525E-2D3A-D4F2-F3C8FD64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A98AC-77DB-C7C8-F20D-6AF3B15CD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D4765-E72E-E4A1-9E56-808EDDB96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F624B-F19E-1AEF-3BE9-6E16DB120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5816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8D08C-7110-B2DE-1C03-983C39CD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0A45C-A890-AF1B-60D5-404617680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49D414-A708-755F-06CA-C48349C921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3A7A71-D31B-F758-3B42-E3657CC33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9688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3A60-2FFC-3BEF-3347-BD1A1318E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C881B1-5127-310B-CFB9-78A91BC38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6C2008-FE06-E427-82E3-0229E22A1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3D9CE-FE07-C239-9E52-5E7F0F2C2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996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9E7A2-E48E-BC5A-CB0C-F4D88BD0A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92BF92-330D-3916-BAEA-2EB92424B4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3D3C64-22C9-93F8-563B-751F7D25F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4ED61-B672-6BD3-F89D-88DD102C0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28808D-F8FF-4F45-9B49-F778C5ECCDCA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7305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7979" y="6355745"/>
            <a:ext cx="2743200" cy="365125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65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165202" y="6360118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20/05/2026</a:t>
            </a:fld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7A85AC3-4D1F-3E00-0C1F-8EB4A3011757}"/>
              </a:ext>
            </a:extLst>
          </p:cNvPr>
          <p:cNvSpPr txBox="1">
            <a:spLocks/>
          </p:cNvSpPr>
          <p:nvPr userDrawn="1"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871218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71F87-C591-4714-854C-3CA86352FD58}" type="datetime1">
              <a:rPr lang="es-CO" smtClean="0"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s-CO"/>
              <a:t>Data </a:t>
            </a:r>
            <a:r>
              <a:rPr lang="es-CO" err="1"/>
              <a:t>analysis</a:t>
            </a:r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39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0EB3F-1BCD-4DD3-9CD7-D2E330B0B7B7}" type="datetime1">
              <a:rPr lang="es-CO" smtClean="0"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32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202A2-6653-4181-A784-865996406F73}" type="datetime1">
              <a:rPr lang="es-CO" smtClean="0"/>
              <a:t>20/05/2026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21618DE-C54F-193B-DBCC-D6A939FBA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095743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D1B6-D0CC-4B10-AB91-7EFFCEBA57CD}" type="datetime1">
              <a:rPr lang="es-CO" smtClean="0"/>
              <a:t>20/05/2026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74ED399-6FD4-2535-A835-ACCAD9E6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26718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CA19-BCF1-4C0F-A446-7F22B1505ABE}" type="datetime1">
              <a:rPr lang="es-CO" smtClean="0"/>
              <a:t>20/05/2026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B0C23ED-7B40-1209-1274-53B29E23C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37319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650-671F-41ED-9F8D-C15C02353ABB}" type="datetime1">
              <a:rPr lang="es-CO" smtClean="0"/>
              <a:t>20/05/2026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E503D-13EA-A43F-9429-828FB64E4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877695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43851-C385-434D-96BC-35CEBC800085}" type="datetime1">
              <a:rPr lang="es-CO" smtClean="0"/>
              <a:t>20/05/2026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7C0C2EF-D2C8-DD6B-2319-FAFD5B82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3353159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D80EE-F88A-471E-8595-71B363ABF8DF}" type="datetime1">
              <a:rPr lang="es-CO" smtClean="0"/>
              <a:t>20/05/2026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69FFDD5-6692-2401-BAB9-B10D49720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83145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A355F-924E-48DA-BA19-BB1737F1CEAA}" type="datetime1">
              <a:rPr lang="es-CO" smtClean="0"/>
              <a:t>20/05/2026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AAF9FF4A-A10B-6320-ECE3-A7B5A7117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2811008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9B51F-332D-4F93-BF63-DCF118E76AC9}" type="datetime1">
              <a:rPr lang="es-CO" smtClean="0"/>
              <a:t>20/05/2026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5E806EC-8377-227F-578A-BEE63E017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 algn="l"/>
            <a:r>
              <a:rPr lang="en-US" noProof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691096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>
            <a:lvl1pPr>
              <a:defRPr/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4" descr="No hay ninguna descripción de la foto disponible.">
            <a:extLst>
              <a:ext uri="{FF2B5EF4-FFF2-40B4-BE49-F238E27FC236}">
                <a16:creationId xmlns:a16="http://schemas.microsoft.com/office/drawing/2014/main" id="{E28E3B34-B9FC-FA25-0EAB-BE6EF4ACA06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grayscl/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703" b="28790"/>
          <a:stretch/>
        </p:blipFill>
        <p:spPr bwMode="auto">
          <a:xfrm>
            <a:off x="843835" y="6356349"/>
            <a:ext cx="267089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20/05/2026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44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1900" y="6356348"/>
            <a:ext cx="2219325" cy="365125"/>
          </a:xfrm>
        </p:spPr>
        <p:txBody>
          <a:bodyPr/>
          <a:lstStyle>
            <a:lvl1pPr>
              <a:defRPr/>
            </a:lvl1pPr>
          </a:lstStyle>
          <a:p>
            <a:pPr algn="l"/>
            <a:r>
              <a:rPr lang="es-CO"/>
              <a:t>Análisis de datos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F0B7291D-A788-CC25-C55E-112D8F557E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03616" y="136525"/>
            <a:ext cx="1117563" cy="365125"/>
          </a:xfrm>
        </p:spPr>
        <p:txBody>
          <a:bodyPr/>
          <a:lstStyle/>
          <a:p>
            <a:fld id="{27AB8C26-330F-4C13-A9D7-A5B1D2394DAC}" type="datetime1">
              <a:rPr lang="es-CO" smtClean="0"/>
              <a:t>20/05/2026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AF8FE18-98B4-630E-14C9-23E5CDD6008B}"/>
              </a:ext>
            </a:extLst>
          </p:cNvPr>
          <p:cNvGrpSpPr/>
          <p:nvPr userDrawn="1"/>
        </p:nvGrpSpPr>
        <p:grpSpPr>
          <a:xfrm>
            <a:off x="815859" y="6356348"/>
            <a:ext cx="2526218" cy="385624"/>
            <a:chOff x="2471736" y="4828853"/>
            <a:chExt cx="7323962" cy="1117993"/>
          </a:xfrm>
        </p:grpSpPr>
        <p:pic>
          <p:nvPicPr>
            <p:cNvPr id="18" name="Picture 2" descr="Foro Enseñanza e Investigación de las Políticas Públicas en Colombia – En  homenaje a Luis Fernando Aguilar Villanueva –">
              <a:extLst>
                <a:ext uri="{FF2B5EF4-FFF2-40B4-BE49-F238E27FC236}">
                  <a16:creationId xmlns:a16="http://schemas.microsoft.com/office/drawing/2014/main" id="{1C91932F-4EF4-9BF2-7847-351945CC91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9150"/>
            <a:stretch/>
          </p:blipFill>
          <p:spPr bwMode="auto">
            <a:xfrm>
              <a:off x="2471736" y="4828853"/>
              <a:ext cx="3093245" cy="1017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Foro Enseñanza e Investigación de las Políticas Públicas en Colombia – En  homenaje a Luis Fernando Aguilar Villanueva –">
              <a:extLst>
                <a:ext uri="{FF2B5EF4-FFF2-40B4-BE49-F238E27FC236}">
                  <a16:creationId xmlns:a16="http://schemas.microsoft.com/office/drawing/2014/main" id="{501B4801-0B48-74BE-FC1B-559F3E7656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 cstate="print">
              <a:duotone>
                <a:prstClr val="black"/>
                <a:schemeClr val="accent6">
                  <a:tint val="45000"/>
                  <a:satMod val="400000"/>
                </a:schemeClr>
              </a:duotone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285"/>
            <a:stretch/>
          </p:blipFill>
          <p:spPr bwMode="auto">
            <a:xfrm>
              <a:off x="5369718" y="5116118"/>
              <a:ext cx="4425980" cy="83072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E3DE286-B4DF-001E-C83E-F2806F483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9261" y="5057775"/>
              <a:ext cx="0" cy="735249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334D46-9BD9-44D2-809B-EEF0D00AD165}" type="datetime1">
              <a:rPr lang="es-CO" smtClean="0"/>
              <a:t>20/05/2026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r>
              <a:rPr lang="en-US" noProof="0"/>
              <a:t>Data analysis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19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73" r:id="rId12"/>
    <p:sldLayoutId id="2147483661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18" Type="http://schemas.openxmlformats.org/officeDocument/2006/relationships/image" Target="../media/image20.svg"/><Relationship Id="rId3" Type="http://schemas.openxmlformats.org/officeDocument/2006/relationships/image" Target="../media/image6.svg"/><Relationship Id="rId21" Type="http://schemas.openxmlformats.org/officeDocument/2006/relationships/image" Target="../media/image23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17" Type="http://schemas.microsoft.com/office/2007/relationships/hdphoto" Target="../media/hdphoto2.wdp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20" Type="http://schemas.openxmlformats.org/officeDocument/2006/relationships/image" Target="../media/image2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5" Type="http://schemas.openxmlformats.org/officeDocument/2006/relationships/image" Target="../media/image18.svg"/><Relationship Id="rId23" Type="http://schemas.openxmlformats.org/officeDocument/2006/relationships/hyperlink" Target="https://canva.link/zrmk8a8idnfqda7" TargetMode="External"/><Relationship Id="rId10" Type="http://schemas.openxmlformats.org/officeDocument/2006/relationships/image" Target="../media/image13.svg"/><Relationship Id="rId19" Type="http://schemas.openxmlformats.org/officeDocument/2006/relationships/image" Target="../media/image21.svg"/><Relationship Id="rId4" Type="http://schemas.openxmlformats.org/officeDocument/2006/relationships/image" Target="../media/image7.svg"/><Relationship Id="rId9" Type="http://schemas.openxmlformats.org/officeDocument/2006/relationships/image" Target="../media/image12.svg"/><Relationship Id="rId14" Type="http://schemas.openxmlformats.org/officeDocument/2006/relationships/image" Target="../media/image17.svg"/><Relationship Id="rId22" Type="http://schemas.openxmlformats.org/officeDocument/2006/relationships/image" Target="../media/image2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2000">
              <a:srgbClr val="F22D1C"/>
            </a:gs>
            <a:gs pos="0">
              <a:srgbClr val="DF102C"/>
            </a:gs>
            <a:gs pos="100000">
              <a:srgbClr val="F26665"/>
            </a:gs>
          </a:gsLst>
          <a:lin ang="30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1DFC5-B092-0EEA-0674-84D6F339B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B0A4452-3F2C-EB65-F516-2A4699E33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6" name="Picture 2" descr="Foro Enseñanza e Investigación de las Políticas Públicas en Colombia – En  homenaje a Luis Fernando Aguilar Villanueva">
            <a:extLst>
              <a:ext uri="{FF2B5EF4-FFF2-40B4-BE49-F238E27FC236}">
                <a16:creationId xmlns:a16="http://schemas.microsoft.com/office/drawing/2014/main" id="{0F5E8E43-C5DD-8F14-8F87-E686281016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" b="39588"/>
          <a:stretch/>
        </p:blipFill>
        <p:spPr bwMode="auto">
          <a:xfrm>
            <a:off x="1071562" y="357805"/>
            <a:ext cx="1843086" cy="6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921B808-721E-5FF4-916E-9FED9C2353F4}"/>
              </a:ext>
            </a:extLst>
          </p:cNvPr>
          <p:cNvSpPr txBox="1"/>
          <p:nvPr/>
        </p:nvSpPr>
        <p:spPr>
          <a:xfrm>
            <a:off x="1071563" y="1394866"/>
            <a:ext cx="5570538" cy="1885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F0502020204030204" pitchFamily="34" charset="0"/>
                <a:ea typeface="+mn-ea"/>
                <a:cs typeface="+mn-cs"/>
              </a:rPr>
              <a:t>Project presentations</a:t>
            </a:r>
            <a:br>
              <a:rPr kumimoji="0" lang="en-GB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 Black" panose="020F0502020204030204" pitchFamily="34" charset="0"/>
                <a:ea typeface="+mn-ea"/>
                <a:cs typeface="+mn-cs"/>
              </a:rPr>
            </a:br>
            <a:endParaRPr kumimoji="0" lang="en-GB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Black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3B5F13F-57D4-C933-C5CA-1A54D7076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80" y="6102984"/>
            <a:ext cx="5249008" cy="6096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1EF81C-666B-7DB8-839E-E848174F4D19}"/>
              </a:ext>
            </a:extLst>
          </p:cNvPr>
          <p:cNvSpPr txBox="1">
            <a:spLocks/>
          </p:cNvSpPr>
          <p:nvPr/>
        </p:nvSpPr>
        <p:spPr>
          <a:xfrm>
            <a:off x="1071562" y="2953646"/>
            <a:ext cx="6584249" cy="475354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lvl="0">
              <a:lnSpc>
                <a:spcPct val="80000"/>
              </a:lnSpc>
              <a:defRPr/>
            </a:pPr>
            <a:r>
              <a:rPr lang="en-GB" sz="3200" b="1" dirty="0">
                <a:solidFill>
                  <a:schemeClr val="bg1"/>
                </a:solidFill>
                <a:latin typeface="Aptos SemiBold" panose="020F0502020204030204" pitchFamily="34" charset="0"/>
              </a:rPr>
              <a:t>Data Analysis</a:t>
            </a:r>
            <a:br>
              <a:rPr lang="en-GB" sz="3200" b="1" dirty="0">
                <a:solidFill>
                  <a:schemeClr val="bg1"/>
                </a:solidFill>
                <a:latin typeface="Aptos SemiBold" panose="020F0502020204030204" pitchFamily="34" charset="0"/>
              </a:rPr>
            </a:br>
            <a:r>
              <a:rPr lang="en-GB" sz="3200" b="1" dirty="0">
                <a:solidFill>
                  <a:schemeClr val="bg1"/>
                </a:solidFill>
                <a:latin typeface="Aptos SemiBold" panose="020F0502020204030204" pitchFamily="34" charset="0"/>
              </a:rPr>
              <a:t>2026-I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00461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BB279-4B7D-7001-E0B9-50A0AA75D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6497A451-B65D-873B-08AE-D8502715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Date Placeholder 3 1">
            <a:extLst>
              <a:ext uri="{FF2B5EF4-FFF2-40B4-BE49-F238E27FC236}">
                <a16:creationId xmlns:a16="http://schemas.microsoft.com/office/drawing/2014/main" id="{742DF344-D4F5-7B00-5505-EC2EF630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Date Placeholder 3 2">
            <a:extLst>
              <a:ext uri="{FF2B5EF4-FFF2-40B4-BE49-F238E27FC236}">
                <a16:creationId xmlns:a16="http://schemas.microsoft.com/office/drawing/2014/main" id="{7B32C36D-60CC-C758-FE6E-9F084EF8351D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1" name="Título 1">
            <a:extLst>
              <a:ext uri="{FF2B5EF4-FFF2-40B4-BE49-F238E27FC236}">
                <a16:creationId xmlns:a16="http://schemas.microsoft.com/office/drawing/2014/main" id="{C3F9F99F-95D4-DA18-22CF-38B7024CC6D9}"/>
              </a:ext>
            </a:extLst>
          </p:cNvPr>
          <p:cNvSpPr txBox="1">
            <a:spLocks/>
          </p:cNvSpPr>
          <p:nvPr/>
        </p:nvSpPr>
        <p:spPr>
          <a:xfrm>
            <a:off x="233679" y="260923"/>
            <a:ext cx="5985460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Today's</a:t>
            </a: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 session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7140CF00-E79F-AEDB-A4F5-E9E0987FAE27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90DFB-3647-B20E-81B1-4EDB056B47C2}"/>
              </a:ext>
            </a:extLst>
          </p:cNvPr>
          <p:cNvSpPr txBox="1"/>
          <p:nvPr/>
        </p:nvSpPr>
        <p:spPr>
          <a:xfrm>
            <a:off x="967790" y="1888572"/>
            <a:ext cx="1002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3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CDF53D-AE7F-C85F-9D98-166EA41C9F19}"/>
              </a:ext>
            </a:extLst>
          </p:cNvPr>
          <p:cNvSpPr txBox="1"/>
          <p:nvPr/>
        </p:nvSpPr>
        <p:spPr>
          <a:xfrm>
            <a:off x="1469138" y="2107317"/>
            <a:ext cx="1757271" cy="48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defRPr/>
            </a:pPr>
            <a:r>
              <a:rPr lang="en-GB" sz="1600" b="1" dirty="0">
                <a:solidFill>
                  <a:prstClr val="black"/>
                </a:solidFill>
              </a:rPr>
              <a:t>Data Analysis Projects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5D8838-60EB-A3B4-1125-1B7DB99A7101}"/>
              </a:ext>
            </a:extLst>
          </p:cNvPr>
          <p:cNvSpPr txBox="1"/>
          <p:nvPr/>
        </p:nvSpPr>
        <p:spPr>
          <a:xfrm>
            <a:off x="3743783" y="1888572"/>
            <a:ext cx="1002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5400" dirty="0">
                <a:solidFill>
                  <a:srgbClr val="FF0000"/>
                </a:solidFill>
                <a:latin typeface="Aptos Black" panose="020B0004020202020204" pitchFamily="34" charset="0"/>
              </a:rPr>
              <a:t>2</a:t>
            </a:r>
            <a:r>
              <a:rPr kumimoji="0" lang="en-GB" sz="5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 Black" panose="020B0004020202020204" pitchFamily="34" charset="0"/>
                <a:ea typeface="+mn-ea"/>
                <a:cs typeface="+mn-cs"/>
              </a:rPr>
              <a:t>5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662445-5237-2DD1-7161-2747A0C8D73E}"/>
              </a:ext>
            </a:extLst>
          </p:cNvPr>
          <p:cNvSpPr txBox="1"/>
          <p:nvPr/>
        </p:nvSpPr>
        <p:spPr>
          <a:xfrm>
            <a:off x="4746479" y="2107316"/>
            <a:ext cx="1757271" cy="48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defRPr/>
            </a:pPr>
            <a:r>
              <a:rPr lang="en-GB" sz="1600" b="1" dirty="0">
                <a:solidFill>
                  <a:prstClr val="black"/>
                </a:solidFill>
              </a:rPr>
              <a:t>Minutes per group to present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CF319-D236-4726-265E-A1CAD7950EBF}"/>
              </a:ext>
            </a:extLst>
          </p:cNvPr>
          <p:cNvSpPr txBox="1"/>
          <p:nvPr/>
        </p:nvSpPr>
        <p:spPr>
          <a:xfrm>
            <a:off x="7670348" y="1888570"/>
            <a:ext cx="1002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srgbClr val="FF0000"/>
                </a:solidFill>
                <a:latin typeface="Aptos Black" panose="020B0004020202020204" pitchFamily="34" charset="0"/>
              </a:rPr>
              <a:t>10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9AB70A-1388-15F0-1782-B8D3BF845633}"/>
              </a:ext>
            </a:extLst>
          </p:cNvPr>
          <p:cNvSpPr txBox="1"/>
          <p:nvPr/>
        </p:nvSpPr>
        <p:spPr>
          <a:xfrm>
            <a:off x="8673043" y="2107316"/>
            <a:ext cx="2743199" cy="48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defRPr/>
            </a:pPr>
            <a:r>
              <a:rPr lang="en-GB" sz="1600" b="1" dirty="0">
                <a:solidFill>
                  <a:prstClr val="black"/>
                </a:solidFill>
              </a:rPr>
              <a:t>Minutes for questions and observations per group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pic>
        <p:nvPicPr>
          <p:cNvPr id="15" name="Picture 14" descr="Counting Hands Icon Set - 1 to 5 Fingers Displayed #69475 | Clipart Library">
            <a:extLst>
              <a:ext uri="{FF2B5EF4-FFF2-40B4-BE49-F238E27FC236}">
                <a16:creationId xmlns:a16="http://schemas.microsoft.com/office/drawing/2014/main" id="{4BE8EA47-E577-658E-1587-C5088A1CAF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104"/>
          <a:stretch>
            <a:fillRect/>
          </a:stretch>
        </p:blipFill>
        <p:spPr>
          <a:xfrm>
            <a:off x="3876372" y="2808853"/>
            <a:ext cx="533401" cy="68364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F71FCD3-34E0-ECD8-B305-5D7A27397818}"/>
              </a:ext>
            </a:extLst>
          </p:cNvPr>
          <p:cNvSpPr txBox="1"/>
          <p:nvPr/>
        </p:nvSpPr>
        <p:spPr>
          <a:xfrm>
            <a:off x="4409773" y="2889066"/>
            <a:ext cx="2743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First heads-up: </a:t>
            </a:r>
            <a:r>
              <a:rPr lang="en-US" sz="1400" b="1" dirty="0">
                <a:highlight>
                  <a:srgbClr val="FFC000"/>
                </a:highlight>
              </a:rPr>
              <a:t>10 minutes left</a:t>
            </a:r>
          </a:p>
          <a:p>
            <a:r>
              <a:rPr lang="en-US" sz="1400" dirty="0"/>
              <a:t>Second heads-up: </a:t>
            </a:r>
            <a:r>
              <a:rPr lang="en-US" sz="1400" b="1" dirty="0">
                <a:highlight>
                  <a:srgbClr val="FFC000"/>
                </a:highlight>
              </a:rPr>
              <a:t>5 minutes left</a:t>
            </a:r>
            <a:endParaRPr lang="en-GB" sz="1400" b="1" dirty="0">
              <a:highlight>
                <a:srgbClr val="FFC000"/>
              </a:highlight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7DB6DA-788F-18DC-D626-9FED74D8C100}"/>
              </a:ext>
            </a:extLst>
          </p:cNvPr>
          <p:cNvSpPr txBox="1"/>
          <p:nvPr/>
        </p:nvSpPr>
        <p:spPr>
          <a:xfrm>
            <a:off x="965224" y="3929798"/>
            <a:ext cx="10026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dirty="0">
                <a:solidFill>
                  <a:srgbClr val="FF0000"/>
                </a:solidFill>
                <a:latin typeface="Aptos Black" panose="020B0004020202020204" pitchFamily="34" charset="0"/>
              </a:rPr>
              <a:t>1</a:t>
            </a:r>
            <a:endParaRPr kumimoji="0" lang="en-GB" sz="5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Black" panose="020B0004020202020204" pitchFamily="34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A986CA-0E6D-6533-B7ED-33E7E7781389}"/>
              </a:ext>
            </a:extLst>
          </p:cNvPr>
          <p:cNvSpPr txBox="1"/>
          <p:nvPr/>
        </p:nvSpPr>
        <p:spPr>
          <a:xfrm>
            <a:off x="1466572" y="4148543"/>
            <a:ext cx="2407234" cy="87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defRPr/>
            </a:pPr>
            <a:r>
              <a:rPr lang="en-US" sz="1600" dirty="0">
                <a:solidFill>
                  <a:prstClr val="black"/>
                </a:solidFill>
              </a:rPr>
              <a:t>We'll be raffling off a book at the end of the session</a:t>
            </a:r>
            <a:r>
              <a:rPr lang="en-US" sz="1600" b="1" dirty="0">
                <a:solidFill>
                  <a:prstClr val="black"/>
                </a:solidFill>
              </a:rPr>
              <a:t>. Good luck, everyone!</a:t>
            </a:r>
            <a:endParaRPr kumimoji="0" lang="en-GB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C000"/>
              </a:highlight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9B709C-BC32-0114-7F65-0986251A442A}"/>
              </a:ext>
            </a:extLst>
          </p:cNvPr>
          <p:cNvSpPr txBox="1"/>
          <p:nvPr/>
        </p:nvSpPr>
        <p:spPr>
          <a:xfrm>
            <a:off x="3048000" y="3244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6812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2" grpId="0"/>
      <p:bldP spid="13" grpId="0"/>
      <p:bldP spid="14" grpId="0"/>
      <p:bldP spid="21" grpId="0"/>
      <p:bldP spid="22" grpId="0"/>
      <p:bldP spid="23" grpId="0"/>
      <p:bldP spid="2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47608-2F7E-5971-4732-DBBCBC48D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52C0E8D-1D80-AEDB-54BC-9BC11ABD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Date Placeholder 3 1">
            <a:extLst>
              <a:ext uri="{FF2B5EF4-FFF2-40B4-BE49-F238E27FC236}">
                <a16:creationId xmlns:a16="http://schemas.microsoft.com/office/drawing/2014/main" id="{A1C64EB8-ECCB-6D7A-1934-168B43881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Date Placeholder 3 2">
            <a:extLst>
              <a:ext uri="{FF2B5EF4-FFF2-40B4-BE49-F238E27FC236}">
                <a16:creationId xmlns:a16="http://schemas.microsoft.com/office/drawing/2014/main" id="{AED1242C-722E-C907-8D68-D6538C0C38E1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B3D2F55F-18E5-EA93-2CA4-EEDED5211DB0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669AC22C-34A4-B1A5-DDC9-F75AC60508C5}"/>
              </a:ext>
            </a:extLst>
          </p:cNvPr>
          <p:cNvGrpSpPr/>
          <p:nvPr/>
        </p:nvGrpSpPr>
        <p:grpSpPr>
          <a:xfrm>
            <a:off x="489859" y="2925454"/>
            <a:ext cx="3008086" cy="1396529"/>
            <a:chOff x="994684" y="3106429"/>
            <a:chExt cx="3008086" cy="1396529"/>
          </a:xfrm>
        </p:grpSpPr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B871F1EB-5203-F928-17ED-D2437E7EC44C}"/>
                </a:ext>
              </a:extLst>
            </p:cNvPr>
            <p:cNvSpPr/>
            <p:nvPr/>
          </p:nvSpPr>
          <p:spPr>
            <a:xfrm>
              <a:off x="3088240" y="3106429"/>
              <a:ext cx="914530" cy="9145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85E09F8-8AB4-3295-81B6-9E8B92E24441}"/>
                </a:ext>
              </a:extLst>
            </p:cNvPr>
            <p:cNvSpPr/>
            <p:nvPr/>
          </p:nvSpPr>
          <p:spPr>
            <a:xfrm>
              <a:off x="2046180" y="3106429"/>
              <a:ext cx="914530" cy="9145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E8E96BF8-9CB9-02E7-34DE-D9B479A30B50}"/>
                </a:ext>
              </a:extLst>
            </p:cNvPr>
            <p:cNvSpPr/>
            <p:nvPr/>
          </p:nvSpPr>
          <p:spPr>
            <a:xfrm>
              <a:off x="1011316" y="3106429"/>
              <a:ext cx="914530" cy="91453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31" name="Graphic 30" descr="Woman wearing striped t-shirt">
              <a:extLst>
                <a:ext uri="{FF2B5EF4-FFF2-40B4-BE49-F238E27FC236}">
                  <a16:creationId xmlns:a16="http://schemas.microsoft.com/office/drawing/2014/main" id="{93D237EA-1F63-7914-9788-A3750E5E0C2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98386" y="3532629"/>
              <a:ext cx="740389" cy="711240"/>
            </a:xfrm>
            <a:prstGeom prst="rect">
              <a:avLst/>
            </a:prstGeom>
          </p:spPr>
        </p:pic>
        <p:pic>
          <p:nvPicPr>
            <p:cNvPr id="36" name="Graphic 35" descr="Woman with long wavy hair">
              <a:extLst>
                <a:ext uri="{FF2B5EF4-FFF2-40B4-BE49-F238E27FC236}">
                  <a16:creationId xmlns:a16="http://schemas.microsoft.com/office/drawing/2014/main" id="{83A2FCF3-184F-2ED5-1985-147CD3BF1B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22606" y="3178453"/>
              <a:ext cx="500675" cy="574638"/>
            </a:xfrm>
            <a:prstGeom prst="rect">
              <a:avLst/>
            </a:prstGeom>
          </p:spPr>
        </p:pic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2A9B95BD-2493-4783-53A9-CD9160C93017}"/>
                </a:ext>
              </a:extLst>
            </p:cNvPr>
            <p:cNvGrpSpPr/>
            <p:nvPr/>
          </p:nvGrpSpPr>
          <p:grpSpPr>
            <a:xfrm>
              <a:off x="2054469" y="3206192"/>
              <a:ext cx="979265" cy="882532"/>
              <a:chOff x="2378542" y="5220153"/>
              <a:chExt cx="979265" cy="882532"/>
            </a:xfrm>
          </p:grpSpPr>
          <p:grpSp>
            <p:nvGrpSpPr>
              <p:cNvPr id="111" name="Graphic 19" descr="Woman raising hands">
                <a:extLst>
                  <a:ext uri="{FF2B5EF4-FFF2-40B4-BE49-F238E27FC236}">
                    <a16:creationId xmlns:a16="http://schemas.microsoft.com/office/drawing/2014/main" id="{5E016AC6-CBD2-C440-4234-02038CF8E569}"/>
                  </a:ext>
                </a:extLst>
              </p:cNvPr>
              <p:cNvGrpSpPr/>
              <p:nvPr/>
            </p:nvGrpSpPr>
            <p:grpSpPr>
              <a:xfrm>
                <a:off x="2378542" y="5509342"/>
                <a:ext cx="979265" cy="593343"/>
                <a:chOff x="2327793" y="5484203"/>
                <a:chExt cx="1033496" cy="626202"/>
              </a:xfrm>
            </p:grpSpPr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0D72A81D-26FA-8BE3-2250-F64159539084}"/>
                    </a:ext>
                  </a:extLst>
                </p:cNvPr>
                <p:cNvSpPr/>
                <p:nvPr/>
              </p:nvSpPr>
              <p:spPr>
                <a:xfrm>
                  <a:off x="2329959" y="5484203"/>
                  <a:ext cx="1020417" cy="625711"/>
                </a:xfrm>
                <a:custGeom>
                  <a:avLst/>
                  <a:gdLst>
                    <a:gd name="csX0" fmla="*/ 994652 w 1020417"/>
                    <a:gd name="csY0" fmla="*/ 277156 h 625711"/>
                    <a:gd name="csX1" fmla="*/ 993844 w 1020417"/>
                    <a:gd name="csY1" fmla="*/ 275214 h 625711"/>
                    <a:gd name="csX2" fmla="*/ 1018860 w 1020417"/>
                    <a:gd name="csY2" fmla="*/ 253327 h 625711"/>
                    <a:gd name="csX3" fmla="*/ 1021179 w 1020417"/>
                    <a:gd name="csY3" fmla="*/ 241628 h 625711"/>
                    <a:gd name="csX4" fmla="*/ 973899 w 1020417"/>
                    <a:gd name="csY4" fmla="*/ 261144 h 625711"/>
                    <a:gd name="csX5" fmla="*/ 990933 w 1020417"/>
                    <a:gd name="csY5" fmla="*/ 241844 h 625711"/>
                    <a:gd name="csX6" fmla="*/ 984626 w 1020417"/>
                    <a:gd name="csY6" fmla="*/ 233973 h 625711"/>
                    <a:gd name="csX7" fmla="*/ 963169 w 1020417"/>
                    <a:gd name="csY7" fmla="*/ 246427 h 625711"/>
                    <a:gd name="csX8" fmla="*/ 908234 w 1020417"/>
                    <a:gd name="csY8" fmla="*/ 259796 h 625711"/>
                    <a:gd name="csX9" fmla="*/ 885645 w 1020417"/>
                    <a:gd name="csY9" fmla="*/ 258287 h 625711"/>
                    <a:gd name="csX10" fmla="*/ 880846 w 1020417"/>
                    <a:gd name="csY10" fmla="*/ 255052 h 625711"/>
                    <a:gd name="csX11" fmla="*/ 894487 w 1020417"/>
                    <a:gd name="csY11" fmla="*/ 228582 h 625711"/>
                    <a:gd name="csX12" fmla="*/ 877235 w 1020417"/>
                    <a:gd name="csY12" fmla="*/ 220009 h 625711"/>
                    <a:gd name="csX13" fmla="*/ 869740 w 1020417"/>
                    <a:gd name="csY13" fmla="*/ 227072 h 625711"/>
                    <a:gd name="csX14" fmla="*/ 823808 w 1020417"/>
                    <a:gd name="csY14" fmla="*/ 253273 h 625711"/>
                    <a:gd name="csX15" fmla="*/ 812594 w 1020417"/>
                    <a:gd name="csY15" fmla="*/ 275054 h 625711"/>
                    <a:gd name="csX16" fmla="*/ 812486 w 1020417"/>
                    <a:gd name="csY16" fmla="*/ 286968 h 625711"/>
                    <a:gd name="csX17" fmla="*/ 754210 w 1020417"/>
                    <a:gd name="csY17" fmla="*/ 376190 h 625711"/>
                    <a:gd name="csX18" fmla="*/ 749843 w 1020417"/>
                    <a:gd name="csY18" fmla="*/ 375436 h 625711"/>
                    <a:gd name="csX19" fmla="*/ 687682 w 1020417"/>
                    <a:gd name="csY19" fmla="*/ 180439 h 625711"/>
                    <a:gd name="csX20" fmla="*/ 647680 w 1020417"/>
                    <a:gd name="csY20" fmla="*/ 115692 h 625711"/>
                    <a:gd name="csX21" fmla="*/ 596572 w 1020417"/>
                    <a:gd name="csY21" fmla="*/ 95367 h 625711"/>
                    <a:gd name="csX22" fmla="*/ 563741 w 1020417"/>
                    <a:gd name="csY22" fmla="*/ 68573 h 625711"/>
                    <a:gd name="csX23" fmla="*/ 558134 w 1020417"/>
                    <a:gd name="csY23" fmla="*/ 45931 h 625711"/>
                    <a:gd name="csX24" fmla="*/ 485138 w 1020417"/>
                    <a:gd name="csY24" fmla="*/ 3772 h 625711"/>
                    <a:gd name="csX25" fmla="*/ 417209 w 1020417"/>
                    <a:gd name="csY25" fmla="*/ 53855 h 625711"/>
                    <a:gd name="csX26" fmla="*/ 379848 w 1020417"/>
                    <a:gd name="csY26" fmla="*/ 85770 h 625711"/>
                    <a:gd name="csX27" fmla="*/ 338338 w 1020417"/>
                    <a:gd name="csY27" fmla="*/ 84585 h 625711"/>
                    <a:gd name="csX28" fmla="*/ 178868 w 1020417"/>
                    <a:gd name="csY28" fmla="*/ 198068 h 625711"/>
                    <a:gd name="csX29" fmla="*/ 174393 w 1020417"/>
                    <a:gd name="csY29" fmla="*/ 198445 h 625711"/>
                    <a:gd name="csX30" fmla="*/ 102152 w 1020417"/>
                    <a:gd name="csY30" fmla="*/ 188094 h 625711"/>
                    <a:gd name="csX31" fmla="*/ 54764 w 1020417"/>
                    <a:gd name="csY31" fmla="*/ 176072 h 625711"/>
                    <a:gd name="csX32" fmla="*/ 49588 w 1020417"/>
                    <a:gd name="csY32" fmla="*/ 191868 h 625711"/>
                    <a:gd name="csX33" fmla="*/ 46732 w 1020417"/>
                    <a:gd name="csY33" fmla="*/ 196181 h 625711"/>
                    <a:gd name="csX34" fmla="*/ 25220 w 1020417"/>
                    <a:gd name="csY34" fmla="*/ 173053 h 625711"/>
                    <a:gd name="csX35" fmla="*/ 11258 w 1020417"/>
                    <a:gd name="csY35" fmla="*/ 165990 h 625711"/>
                    <a:gd name="csX36" fmla="*/ 17026 w 1020417"/>
                    <a:gd name="csY36" fmla="*/ 192191 h 625711"/>
                    <a:gd name="csX37" fmla="*/ 16918 w 1020417"/>
                    <a:gd name="csY37" fmla="*/ 195481 h 625711"/>
                    <a:gd name="csX38" fmla="*/ 12011 w 1020417"/>
                    <a:gd name="csY38" fmla="*/ 204645 h 625711"/>
                    <a:gd name="csX39" fmla="*/ 25489 w 1020417"/>
                    <a:gd name="csY39" fmla="*/ 226534 h 625711"/>
                    <a:gd name="csX40" fmla="*/ 41986 w 1020417"/>
                    <a:gd name="csY40" fmla="*/ 243461 h 625711"/>
                    <a:gd name="csX41" fmla="*/ 122853 w 1020417"/>
                    <a:gd name="csY41" fmla="*/ 275268 h 625711"/>
                    <a:gd name="csX42" fmla="*/ 130024 w 1020417"/>
                    <a:gd name="csY42" fmla="*/ 277264 h 625711"/>
                    <a:gd name="csX43" fmla="*/ 159622 w 1020417"/>
                    <a:gd name="csY43" fmla="*/ 290094 h 625711"/>
                    <a:gd name="csX44" fmla="*/ 143070 w 1020417"/>
                    <a:gd name="csY44" fmla="*/ 381689 h 625711"/>
                    <a:gd name="csX45" fmla="*/ 138489 w 1020417"/>
                    <a:gd name="csY45" fmla="*/ 405087 h 625711"/>
                    <a:gd name="csX46" fmla="*/ 134767 w 1020417"/>
                    <a:gd name="csY46" fmla="*/ 470535 h 625711"/>
                    <a:gd name="csX47" fmla="*/ 136223 w 1020417"/>
                    <a:gd name="csY47" fmla="*/ 549516 h 625711"/>
                    <a:gd name="csX48" fmla="*/ 156171 w 1020417"/>
                    <a:gd name="csY48" fmla="*/ 597497 h 625711"/>
                    <a:gd name="csX49" fmla="*/ 215582 w 1020417"/>
                    <a:gd name="csY49" fmla="*/ 612646 h 625711"/>
                    <a:gd name="csX50" fmla="*/ 314078 w 1020417"/>
                    <a:gd name="csY50" fmla="*/ 619169 h 625711"/>
                    <a:gd name="csX51" fmla="*/ 658626 w 1020417"/>
                    <a:gd name="csY51" fmla="*/ 613024 h 625711"/>
                    <a:gd name="csX52" fmla="*/ 675067 w 1020417"/>
                    <a:gd name="csY52" fmla="*/ 620517 h 625711"/>
                    <a:gd name="csX53" fmla="*/ 719220 w 1020417"/>
                    <a:gd name="csY53" fmla="*/ 622782 h 625711"/>
                    <a:gd name="csX54" fmla="*/ 801598 w 1020417"/>
                    <a:gd name="csY54" fmla="*/ 457219 h 625711"/>
                    <a:gd name="csX55" fmla="*/ 864565 w 1020417"/>
                    <a:gd name="csY55" fmla="*/ 333169 h 625711"/>
                    <a:gd name="csX56" fmla="*/ 893624 w 1020417"/>
                    <a:gd name="csY56" fmla="*/ 314300 h 625711"/>
                    <a:gd name="csX57" fmla="*/ 978103 w 1020417"/>
                    <a:gd name="csY57" fmla="*/ 298504 h 625711"/>
                    <a:gd name="csX58" fmla="*/ 1014116 w 1020417"/>
                    <a:gd name="csY58" fmla="*/ 284919 h 625711"/>
                    <a:gd name="csX59" fmla="*/ 1022311 w 1020417"/>
                    <a:gd name="csY59" fmla="*/ 271711 h 625711"/>
                    <a:gd name="csX60" fmla="*/ 994652 w 1020417"/>
                    <a:gd name="csY60" fmla="*/ 277156 h 62571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</a:cxnLst>
                  <a:rect l="l" t="t" r="r" b="b"/>
                  <a:pathLst>
                    <a:path w="1020417" h="625711">
                      <a:moveTo>
                        <a:pt x="994652" y="277156"/>
                      </a:moveTo>
                      <a:cubicBezTo>
                        <a:pt x="993521" y="277318"/>
                        <a:pt x="992928" y="275916"/>
                        <a:pt x="993844" y="275214"/>
                      </a:cubicBezTo>
                      <a:cubicBezTo>
                        <a:pt x="1002094" y="269123"/>
                        <a:pt x="1011421" y="257909"/>
                        <a:pt x="1018860" y="253327"/>
                      </a:cubicBezTo>
                      <a:cubicBezTo>
                        <a:pt x="1025059" y="249606"/>
                        <a:pt x="1027486" y="238286"/>
                        <a:pt x="1021179" y="241628"/>
                      </a:cubicBezTo>
                      <a:cubicBezTo>
                        <a:pt x="1007970" y="249499"/>
                        <a:pt x="971795" y="263732"/>
                        <a:pt x="973899" y="261144"/>
                      </a:cubicBezTo>
                      <a:lnTo>
                        <a:pt x="990933" y="241844"/>
                      </a:lnTo>
                      <a:cubicBezTo>
                        <a:pt x="999075" y="234512"/>
                        <a:pt x="995355" y="229552"/>
                        <a:pt x="984626" y="233973"/>
                      </a:cubicBezTo>
                      <a:cubicBezTo>
                        <a:pt x="975999" y="238770"/>
                        <a:pt x="972551" y="242491"/>
                        <a:pt x="963169" y="246427"/>
                      </a:cubicBezTo>
                      <a:cubicBezTo>
                        <a:pt x="943816" y="254621"/>
                        <a:pt x="929043" y="259581"/>
                        <a:pt x="908234" y="259796"/>
                      </a:cubicBezTo>
                      <a:cubicBezTo>
                        <a:pt x="902411" y="259365"/>
                        <a:pt x="891360" y="258071"/>
                        <a:pt x="885645" y="258287"/>
                      </a:cubicBezTo>
                      <a:cubicBezTo>
                        <a:pt x="883110" y="258395"/>
                        <a:pt x="879875" y="257371"/>
                        <a:pt x="880846" y="255052"/>
                      </a:cubicBezTo>
                      <a:cubicBezTo>
                        <a:pt x="884350" y="246642"/>
                        <a:pt x="891252" y="237962"/>
                        <a:pt x="894487" y="228582"/>
                      </a:cubicBezTo>
                      <a:cubicBezTo>
                        <a:pt x="897291" y="217206"/>
                        <a:pt x="888880" y="209443"/>
                        <a:pt x="877235" y="220009"/>
                      </a:cubicBezTo>
                      <a:cubicBezTo>
                        <a:pt x="875779" y="222651"/>
                        <a:pt x="871088" y="224322"/>
                        <a:pt x="869740" y="227072"/>
                      </a:cubicBezTo>
                      <a:cubicBezTo>
                        <a:pt x="857179" y="238502"/>
                        <a:pt x="836478" y="241035"/>
                        <a:pt x="823808" y="253273"/>
                      </a:cubicBezTo>
                      <a:cubicBezTo>
                        <a:pt x="816585" y="259689"/>
                        <a:pt x="811570" y="265565"/>
                        <a:pt x="812594" y="275054"/>
                      </a:cubicBezTo>
                      <a:cubicBezTo>
                        <a:pt x="811625" y="280983"/>
                        <a:pt x="816100" y="281739"/>
                        <a:pt x="812486" y="286968"/>
                      </a:cubicBezTo>
                      <a:cubicBezTo>
                        <a:pt x="796476" y="309664"/>
                        <a:pt x="768820" y="349774"/>
                        <a:pt x="754210" y="376190"/>
                      </a:cubicBezTo>
                      <a:cubicBezTo>
                        <a:pt x="753131" y="378186"/>
                        <a:pt x="750219" y="377700"/>
                        <a:pt x="749843" y="375436"/>
                      </a:cubicBezTo>
                      <a:cubicBezTo>
                        <a:pt x="739221" y="312630"/>
                        <a:pt x="713885" y="236938"/>
                        <a:pt x="687682" y="180439"/>
                      </a:cubicBezTo>
                      <a:cubicBezTo>
                        <a:pt x="678734" y="161678"/>
                        <a:pt x="657815" y="125610"/>
                        <a:pt x="647680" y="115692"/>
                      </a:cubicBezTo>
                      <a:cubicBezTo>
                        <a:pt x="637114" y="102806"/>
                        <a:pt x="611561" y="101782"/>
                        <a:pt x="596572" y="95367"/>
                      </a:cubicBezTo>
                      <a:cubicBezTo>
                        <a:pt x="579159" y="87926"/>
                        <a:pt x="571396" y="85932"/>
                        <a:pt x="563741" y="68573"/>
                      </a:cubicBezTo>
                      <a:cubicBezTo>
                        <a:pt x="562501" y="65716"/>
                        <a:pt x="559266" y="48787"/>
                        <a:pt x="558134" y="45931"/>
                      </a:cubicBezTo>
                      <a:cubicBezTo>
                        <a:pt x="547512" y="6951"/>
                        <a:pt x="521365" y="2046"/>
                        <a:pt x="485138" y="3772"/>
                      </a:cubicBezTo>
                      <a:cubicBezTo>
                        <a:pt x="450472" y="3718"/>
                        <a:pt x="424812" y="18543"/>
                        <a:pt x="417209" y="53855"/>
                      </a:cubicBezTo>
                      <a:cubicBezTo>
                        <a:pt x="409123" y="68033"/>
                        <a:pt x="395052" y="82751"/>
                        <a:pt x="379848" y="85770"/>
                      </a:cubicBezTo>
                      <a:cubicBezTo>
                        <a:pt x="366265" y="88466"/>
                        <a:pt x="350684" y="81241"/>
                        <a:pt x="338338" y="84585"/>
                      </a:cubicBezTo>
                      <a:cubicBezTo>
                        <a:pt x="326316" y="87388"/>
                        <a:pt x="196497" y="119033"/>
                        <a:pt x="178868" y="198068"/>
                      </a:cubicBezTo>
                      <a:cubicBezTo>
                        <a:pt x="178491" y="199524"/>
                        <a:pt x="175848" y="198391"/>
                        <a:pt x="174393" y="198445"/>
                      </a:cubicBezTo>
                      <a:cubicBezTo>
                        <a:pt x="169381" y="198714"/>
                        <a:pt x="109431" y="189172"/>
                        <a:pt x="102152" y="188094"/>
                      </a:cubicBezTo>
                      <a:cubicBezTo>
                        <a:pt x="77892" y="184967"/>
                        <a:pt x="59347" y="174778"/>
                        <a:pt x="54764" y="176072"/>
                      </a:cubicBezTo>
                      <a:cubicBezTo>
                        <a:pt x="50128" y="177851"/>
                        <a:pt x="45922" y="187070"/>
                        <a:pt x="49588" y="191868"/>
                      </a:cubicBezTo>
                      <a:cubicBezTo>
                        <a:pt x="51692" y="194025"/>
                        <a:pt x="49373" y="197691"/>
                        <a:pt x="46732" y="196181"/>
                      </a:cubicBezTo>
                      <a:cubicBezTo>
                        <a:pt x="37943" y="190952"/>
                        <a:pt x="30988" y="181787"/>
                        <a:pt x="25220" y="173053"/>
                      </a:cubicBezTo>
                      <a:cubicBezTo>
                        <a:pt x="22472" y="170303"/>
                        <a:pt x="11311" y="165020"/>
                        <a:pt x="11258" y="165990"/>
                      </a:cubicBezTo>
                      <a:cubicBezTo>
                        <a:pt x="-2922" y="168363"/>
                        <a:pt x="9102" y="185291"/>
                        <a:pt x="17026" y="192191"/>
                      </a:cubicBezTo>
                      <a:cubicBezTo>
                        <a:pt x="18050" y="193108"/>
                        <a:pt x="17997" y="194617"/>
                        <a:pt x="16918" y="195481"/>
                      </a:cubicBezTo>
                      <a:cubicBezTo>
                        <a:pt x="13899" y="197960"/>
                        <a:pt x="11690" y="201032"/>
                        <a:pt x="12011" y="204645"/>
                      </a:cubicBezTo>
                      <a:cubicBezTo>
                        <a:pt x="12551" y="209659"/>
                        <a:pt x="20693" y="221035"/>
                        <a:pt x="25489" y="226534"/>
                      </a:cubicBezTo>
                      <a:cubicBezTo>
                        <a:pt x="30827" y="232517"/>
                        <a:pt x="35518" y="238556"/>
                        <a:pt x="41986" y="243461"/>
                      </a:cubicBezTo>
                      <a:cubicBezTo>
                        <a:pt x="65870" y="261683"/>
                        <a:pt x="79832" y="258772"/>
                        <a:pt x="122853" y="275268"/>
                      </a:cubicBezTo>
                      <a:cubicBezTo>
                        <a:pt x="125172" y="276186"/>
                        <a:pt x="127599" y="276886"/>
                        <a:pt x="130024" y="277264"/>
                      </a:cubicBezTo>
                      <a:cubicBezTo>
                        <a:pt x="140430" y="278989"/>
                        <a:pt x="153584" y="281899"/>
                        <a:pt x="159622" y="290094"/>
                      </a:cubicBezTo>
                      <a:cubicBezTo>
                        <a:pt x="158003" y="300930"/>
                        <a:pt x="144957" y="374088"/>
                        <a:pt x="143070" y="381689"/>
                      </a:cubicBezTo>
                      <a:cubicBezTo>
                        <a:pt x="139943" y="391070"/>
                        <a:pt x="139674" y="395275"/>
                        <a:pt x="138489" y="405087"/>
                      </a:cubicBezTo>
                      <a:cubicBezTo>
                        <a:pt x="136278" y="426598"/>
                        <a:pt x="135470" y="448971"/>
                        <a:pt x="134767" y="470535"/>
                      </a:cubicBezTo>
                      <a:cubicBezTo>
                        <a:pt x="133959" y="495227"/>
                        <a:pt x="130508" y="525310"/>
                        <a:pt x="136223" y="549516"/>
                      </a:cubicBezTo>
                      <a:cubicBezTo>
                        <a:pt x="140322" y="566336"/>
                        <a:pt x="141669" y="583426"/>
                        <a:pt x="156171" y="597497"/>
                      </a:cubicBezTo>
                      <a:cubicBezTo>
                        <a:pt x="177251" y="611406"/>
                        <a:pt x="201456" y="614372"/>
                        <a:pt x="215582" y="612646"/>
                      </a:cubicBezTo>
                      <a:cubicBezTo>
                        <a:pt x="263886" y="598952"/>
                        <a:pt x="246417" y="629251"/>
                        <a:pt x="314078" y="619169"/>
                      </a:cubicBezTo>
                      <a:cubicBezTo>
                        <a:pt x="426699" y="604775"/>
                        <a:pt x="545788" y="626771"/>
                        <a:pt x="658626" y="613024"/>
                      </a:cubicBezTo>
                      <a:cubicBezTo>
                        <a:pt x="665093" y="612268"/>
                        <a:pt x="671132" y="615342"/>
                        <a:pt x="675067" y="620517"/>
                      </a:cubicBezTo>
                      <a:cubicBezTo>
                        <a:pt x="684394" y="632809"/>
                        <a:pt x="708330" y="630599"/>
                        <a:pt x="719220" y="622782"/>
                      </a:cubicBezTo>
                      <a:cubicBezTo>
                        <a:pt x="758414" y="593669"/>
                        <a:pt x="781974" y="503961"/>
                        <a:pt x="801598" y="457219"/>
                      </a:cubicBezTo>
                      <a:cubicBezTo>
                        <a:pt x="815129" y="420345"/>
                        <a:pt x="834969" y="357861"/>
                        <a:pt x="864565" y="333169"/>
                      </a:cubicBezTo>
                      <a:cubicBezTo>
                        <a:pt x="873460" y="326216"/>
                        <a:pt x="882894" y="317266"/>
                        <a:pt x="893624" y="314300"/>
                      </a:cubicBezTo>
                      <a:cubicBezTo>
                        <a:pt x="920848" y="307293"/>
                        <a:pt x="950823" y="305028"/>
                        <a:pt x="978103" y="298504"/>
                      </a:cubicBezTo>
                      <a:cubicBezTo>
                        <a:pt x="990988" y="295377"/>
                        <a:pt x="1002255" y="291227"/>
                        <a:pt x="1014116" y="284919"/>
                      </a:cubicBezTo>
                      <a:cubicBezTo>
                        <a:pt x="1021016" y="280283"/>
                        <a:pt x="1029642" y="270957"/>
                        <a:pt x="1022311" y="271711"/>
                      </a:cubicBezTo>
                      <a:cubicBezTo>
                        <a:pt x="1014169" y="272519"/>
                        <a:pt x="1003603" y="275646"/>
                        <a:pt x="994652" y="2771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5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6B3AC296-A222-8FAA-14E6-1E957B61721C}"/>
                    </a:ext>
                  </a:extLst>
                </p:cNvPr>
                <p:cNvSpPr/>
                <p:nvPr/>
              </p:nvSpPr>
              <p:spPr>
                <a:xfrm>
                  <a:off x="2327793" y="5508385"/>
                  <a:ext cx="1033496" cy="602020"/>
                </a:xfrm>
                <a:custGeom>
                  <a:avLst/>
                  <a:gdLst>
                    <a:gd name="csX0" fmla="*/ 687532 w 1033496"/>
                    <a:gd name="csY0" fmla="*/ 605500 h 602020"/>
                    <a:gd name="csX1" fmla="*/ 683649 w 1033496"/>
                    <a:gd name="csY1" fmla="*/ 603722 h 602020"/>
                    <a:gd name="csX2" fmla="*/ 389832 w 1033496"/>
                    <a:gd name="csY2" fmla="*/ 600756 h 602020"/>
                    <a:gd name="csX3" fmla="*/ 281526 w 1033496"/>
                    <a:gd name="csY3" fmla="*/ 603776 h 602020"/>
                    <a:gd name="csX4" fmla="*/ 226266 w 1033496"/>
                    <a:gd name="csY4" fmla="*/ 592130 h 602020"/>
                    <a:gd name="csX5" fmla="*/ 221360 w 1033496"/>
                    <a:gd name="csY5" fmla="*/ 592670 h 602020"/>
                    <a:gd name="csX6" fmla="*/ 180226 w 1033496"/>
                    <a:gd name="csY6" fmla="*/ 587656 h 602020"/>
                    <a:gd name="csX7" fmla="*/ 132998 w 1033496"/>
                    <a:gd name="csY7" fmla="*/ 454440 h 602020"/>
                    <a:gd name="csX8" fmla="*/ 140656 w 1033496"/>
                    <a:gd name="csY8" fmla="*/ 370015 h 602020"/>
                    <a:gd name="csX9" fmla="*/ 140656 w 1033496"/>
                    <a:gd name="csY9" fmla="*/ 370015 h 602020"/>
                    <a:gd name="csX10" fmla="*/ 141680 w 1033496"/>
                    <a:gd name="csY10" fmla="*/ 365756 h 602020"/>
                    <a:gd name="csX11" fmla="*/ 134617 w 1033496"/>
                    <a:gd name="csY11" fmla="*/ 322951 h 602020"/>
                    <a:gd name="csX12" fmla="*/ 147395 w 1033496"/>
                    <a:gd name="csY12" fmla="*/ 258689 h 602020"/>
                    <a:gd name="csX13" fmla="*/ 92889 w 1033496"/>
                    <a:gd name="csY13" fmla="*/ 243324 h 602020"/>
                    <a:gd name="csX14" fmla="*/ 86745 w 1033496"/>
                    <a:gd name="csY14" fmla="*/ 241814 h 602020"/>
                    <a:gd name="csX15" fmla="*/ 86745 w 1033496"/>
                    <a:gd name="csY15" fmla="*/ 241814 h 602020"/>
                    <a:gd name="csX16" fmla="*/ 86745 w 1033496"/>
                    <a:gd name="csY16" fmla="*/ 241814 h 602020"/>
                    <a:gd name="csX17" fmla="*/ 19192 w 1033496"/>
                    <a:gd name="csY17" fmla="*/ 195827 h 602020"/>
                    <a:gd name="csX18" fmla="*/ 15689 w 1033496"/>
                    <a:gd name="csY18" fmla="*/ 168603 h 602020"/>
                    <a:gd name="csX19" fmla="*/ 23075 w 1033496"/>
                    <a:gd name="csY19" fmla="*/ 142132 h 602020"/>
                    <a:gd name="csX20" fmla="*/ 48088 w 1033496"/>
                    <a:gd name="csY20" fmla="*/ 168333 h 602020"/>
                    <a:gd name="csX21" fmla="*/ 54558 w 1033496"/>
                    <a:gd name="csY21" fmla="*/ 149303 h 602020"/>
                    <a:gd name="csX22" fmla="*/ 82807 w 1033496"/>
                    <a:gd name="csY22" fmla="*/ 155934 h 602020"/>
                    <a:gd name="csX23" fmla="*/ 176127 w 1033496"/>
                    <a:gd name="csY23" fmla="*/ 171191 h 602020"/>
                    <a:gd name="csX24" fmla="*/ 322120 w 1033496"/>
                    <a:gd name="csY24" fmla="*/ 61697 h 602020"/>
                    <a:gd name="csX25" fmla="*/ 370047 w 1033496"/>
                    <a:gd name="csY25" fmla="*/ 51669 h 602020"/>
                    <a:gd name="csX26" fmla="*/ 377595 w 1033496"/>
                    <a:gd name="csY26" fmla="*/ 54148 h 602020"/>
                    <a:gd name="csX27" fmla="*/ 383902 w 1033496"/>
                    <a:gd name="csY27" fmla="*/ 56413 h 602020"/>
                    <a:gd name="csX28" fmla="*/ 400723 w 1033496"/>
                    <a:gd name="csY28" fmla="*/ 42936 h 602020"/>
                    <a:gd name="csX29" fmla="*/ 427302 w 1033496"/>
                    <a:gd name="csY29" fmla="*/ 6168 h 602020"/>
                    <a:gd name="csX30" fmla="*/ 437760 w 1033496"/>
                    <a:gd name="csY30" fmla="*/ 6545 h 602020"/>
                    <a:gd name="csX31" fmla="*/ 437489 w 1033496"/>
                    <a:gd name="csY31" fmla="*/ 12099 h 602020"/>
                    <a:gd name="csX32" fmla="*/ 365628 w 1033496"/>
                    <a:gd name="csY32" fmla="*/ 66656 h 602020"/>
                    <a:gd name="csX33" fmla="*/ 366112 w 1033496"/>
                    <a:gd name="csY33" fmla="*/ 67358 h 602020"/>
                    <a:gd name="csX34" fmla="*/ 499166 w 1033496"/>
                    <a:gd name="csY34" fmla="*/ 187256 h 602020"/>
                    <a:gd name="csX35" fmla="*/ 596151 w 1033496"/>
                    <a:gd name="csY35" fmla="*/ 77169 h 602020"/>
                    <a:gd name="csX36" fmla="*/ 562457 w 1033496"/>
                    <a:gd name="csY36" fmla="*/ 47517 h 602020"/>
                    <a:gd name="csX37" fmla="*/ 560085 w 1033496"/>
                    <a:gd name="csY37" fmla="*/ 25091 h 602020"/>
                    <a:gd name="csX38" fmla="*/ 561269 w 1033496"/>
                    <a:gd name="csY38" fmla="*/ 25037 h 602020"/>
                    <a:gd name="csX39" fmla="*/ 569088 w 1033496"/>
                    <a:gd name="csY39" fmla="*/ 39862 h 602020"/>
                    <a:gd name="csX40" fmla="*/ 597391 w 1033496"/>
                    <a:gd name="csY40" fmla="*/ 64770 h 602020"/>
                    <a:gd name="csX41" fmla="*/ 597391 w 1033496"/>
                    <a:gd name="csY41" fmla="*/ 64770 h 602020"/>
                    <a:gd name="csX42" fmla="*/ 609953 w 1033496"/>
                    <a:gd name="csY42" fmla="*/ 70269 h 602020"/>
                    <a:gd name="csX43" fmla="*/ 738369 w 1033496"/>
                    <a:gd name="csY43" fmla="*/ 207095 h 602020"/>
                    <a:gd name="csX44" fmla="*/ 761713 w 1033496"/>
                    <a:gd name="csY44" fmla="*/ 336321 h 602020"/>
                    <a:gd name="csX45" fmla="*/ 762737 w 1033496"/>
                    <a:gd name="csY45" fmla="*/ 336591 h 602020"/>
                    <a:gd name="csX46" fmla="*/ 813252 w 1033496"/>
                    <a:gd name="csY46" fmla="*/ 259929 h 602020"/>
                    <a:gd name="csX47" fmla="*/ 853254 w 1033496"/>
                    <a:gd name="csY47" fmla="*/ 211301 h 602020"/>
                    <a:gd name="csX48" fmla="*/ 880533 w 1033496"/>
                    <a:gd name="csY48" fmla="*/ 191192 h 602020"/>
                    <a:gd name="csX49" fmla="*/ 884684 w 1033496"/>
                    <a:gd name="csY49" fmla="*/ 230655 h 602020"/>
                    <a:gd name="csX50" fmla="*/ 968515 w 1033496"/>
                    <a:gd name="csY50" fmla="*/ 217770 h 602020"/>
                    <a:gd name="csX51" fmla="*/ 983881 w 1033496"/>
                    <a:gd name="csY51" fmla="*/ 232110 h 602020"/>
                    <a:gd name="csX52" fmla="*/ 1032456 w 1033496"/>
                    <a:gd name="csY52" fmla="*/ 210223 h 602020"/>
                    <a:gd name="csX53" fmla="*/ 1006038 w 1033496"/>
                    <a:gd name="csY53" fmla="*/ 247259 h 602020"/>
                    <a:gd name="csX54" fmla="*/ 1033317 w 1033496"/>
                    <a:gd name="csY54" fmla="*/ 237717 h 602020"/>
                    <a:gd name="csX55" fmla="*/ 1038116 w 1033496"/>
                    <a:gd name="csY55" fmla="*/ 242838 h 602020"/>
                    <a:gd name="csX56" fmla="*/ 1022158 w 1033496"/>
                    <a:gd name="csY56" fmla="*/ 263379 h 602020"/>
                    <a:gd name="csX57" fmla="*/ 903553 w 1033496"/>
                    <a:gd name="csY57" fmla="*/ 293947 h 602020"/>
                    <a:gd name="csX58" fmla="*/ 800906 w 1033496"/>
                    <a:gd name="csY58" fmla="*/ 460695 h 602020"/>
                    <a:gd name="csX59" fmla="*/ 745163 w 1033496"/>
                    <a:gd name="csY59" fmla="*/ 578276 h 602020"/>
                    <a:gd name="csX60" fmla="*/ 722627 w 1033496"/>
                    <a:gd name="csY60" fmla="*/ 598007 h 602020"/>
                    <a:gd name="csX61" fmla="*/ 723111 w 1033496"/>
                    <a:gd name="csY61" fmla="*/ 592885 h 602020"/>
                    <a:gd name="csX62" fmla="*/ 739500 w 1033496"/>
                    <a:gd name="csY62" fmla="*/ 569164 h 602020"/>
                    <a:gd name="csX63" fmla="*/ 786512 w 1033496"/>
                    <a:gd name="csY63" fmla="*/ 462797 h 602020"/>
                    <a:gd name="csX64" fmla="*/ 786512 w 1033496"/>
                    <a:gd name="csY64" fmla="*/ 462797 h 602020"/>
                    <a:gd name="csX65" fmla="*/ 832929 w 1033496"/>
                    <a:gd name="csY65" fmla="*/ 344947 h 602020"/>
                    <a:gd name="csX66" fmla="*/ 901937 w 1033496"/>
                    <a:gd name="csY66" fmla="*/ 281331 h 602020"/>
                    <a:gd name="csX67" fmla="*/ 1017199 w 1033496"/>
                    <a:gd name="csY67" fmla="*/ 253944 h 602020"/>
                    <a:gd name="csX68" fmla="*/ 1016983 w 1033496"/>
                    <a:gd name="csY68" fmla="*/ 253352 h 602020"/>
                    <a:gd name="csX69" fmla="*/ 961455 w 1033496"/>
                    <a:gd name="csY69" fmla="*/ 258959 h 602020"/>
                    <a:gd name="csX70" fmla="*/ 961348 w 1033496"/>
                    <a:gd name="csY70" fmla="*/ 258527 h 602020"/>
                    <a:gd name="csX71" fmla="*/ 981885 w 1033496"/>
                    <a:gd name="csY71" fmla="*/ 253728 h 602020"/>
                    <a:gd name="csX72" fmla="*/ 991699 w 1033496"/>
                    <a:gd name="csY72" fmla="*/ 244671 h 602020"/>
                    <a:gd name="csX73" fmla="*/ 1018655 w 1033496"/>
                    <a:gd name="csY73" fmla="*/ 224185 h 602020"/>
                    <a:gd name="csX74" fmla="*/ 1018439 w 1033496"/>
                    <a:gd name="csY74" fmla="*/ 224077 h 602020"/>
                    <a:gd name="csX75" fmla="*/ 968300 w 1033496"/>
                    <a:gd name="csY75" fmla="*/ 241652 h 602020"/>
                    <a:gd name="csX76" fmla="*/ 942855 w 1033496"/>
                    <a:gd name="csY76" fmla="*/ 243863 h 602020"/>
                    <a:gd name="csX77" fmla="*/ 942639 w 1033496"/>
                    <a:gd name="csY77" fmla="*/ 242462 h 602020"/>
                    <a:gd name="csX78" fmla="*/ 964688 w 1033496"/>
                    <a:gd name="csY78" fmla="*/ 236963 h 602020"/>
                    <a:gd name="csX79" fmla="*/ 967871 w 1033496"/>
                    <a:gd name="csY79" fmla="*/ 234591 h 602020"/>
                    <a:gd name="csX80" fmla="*/ 993747 w 1033496"/>
                    <a:gd name="csY80" fmla="*/ 211409 h 602020"/>
                    <a:gd name="csX81" fmla="*/ 993370 w 1033496"/>
                    <a:gd name="csY81" fmla="*/ 211139 h 602020"/>
                    <a:gd name="csX82" fmla="*/ 964688 w 1033496"/>
                    <a:gd name="csY82" fmla="*/ 225749 h 602020"/>
                    <a:gd name="csX83" fmla="*/ 865439 w 1033496"/>
                    <a:gd name="csY83" fmla="*/ 228390 h 602020"/>
                    <a:gd name="csX84" fmla="*/ 875411 w 1033496"/>
                    <a:gd name="csY84" fmla="*/ 229038 h 602020"/>
                    <a:gd name="csX85" fmla="*/ 875411 w 1033496"/>
                    <a:gd name="csY85" fmla="*/ 229038 h 602020"/>
                    <a:gd name="csX86" fmla="*/ 881126 w 1033496"/>
                    <a:gd name="csY86" fmla="*/ 230062 h 602020"/>
                    <a:gd name="csX87" fmla="*/ 881341 w 1033496"/>
                    <a:gd name="csY87" fmla="*/ 229576 h 602020"/>
                    <a:gd name="csX88" fmla="*/ 881557 w 1033496"/>
                    <a:gd name="csY88" fmla="*/ 226180 h 602020"/>
                    <a:gd name="csX89" fmla="*/ 892932 w 1033496"/>
                    <a:gd name="csY89" fmla="*/ 206287 h 602020"/>
                    <a:gd name="csX90" fmla="*/ 885332 w 1033496"/>
                    <a:gd name="csY90" fmla="*/ 194157 h 602020"/>
                    <a:gd name="csX91" fmla="*/ 871907 w 1033496"/>
                    <a:gd name="csY91" fmla="*/ 206233 h 602020"/>
                    <a:gd name="csX92" fmla="*/ 826190 w 1033496"/>
                    <a:gd name="csY92" fmla="*/ 232380 h 602020"/>
                    <a:gd name="csX93" fmla="*/ 817996 w 1033496"/>
                    <a:gd name="csY93" fmla="*/ 257718 h 602020"/>
                    <a:gd name="csX94" fmla="*/ 818483 w 1033496"/>
                    <a:gd name="csY94" fmla="*/ 261546 h 602020"/>
                    <a:gd name="csX95" fmla="*/ 757077 w 1033496"/>
                    <a:gd name="csY95" fmla="*/ 355136 h 602020"/>
                    <a:gd name="csX96" fmla="*/ 753950 w 1033496"/>
                    <a:gd name="csY96" fmla="*/ 360095 h 602020"/>
                    <a:gd name="csX97" fmla="*/ 697559 w 1033496"/>
                    <a:gd name="csY97" fmla="*/ 450182 h 602020"/>
                    <a:gd name="csX98" fmla="*/ 693191 w 1033496"/>
                    <a:gd name="csY98" fmla="*/ 584745 h 602020"/>
                    <a:gd name="csX99" fmla="*/ 687532 w 1033496"/>
                    <a:gd name="csY99" fmla="*/ 605500 h 602020"/>
                    <a:gd name="csX100" fmla="*/ 161733 w 1033496"/>
                    <a:gd name="csY100" fmla="*/ 258041 h 602020"/>
                    <a:gd name="csX101" fmla="*/ 178015 w 1033496"/>
                    <a:gd name="csY101" fmla="*/ 266722 h 602020"/>
                    <a:gd name="csX102" fmla="*/ 179955 w 1033496"/>
                    <a:gd name="csY102" fmla="*/ 270117 h 602020"/>
                    <a:gd name="csX103" fmla="*/ 180874 w 1033496"/>
                    <a:gd name="csY103" fmla="*/ 279228 h 602020"/>
                    <a:gd name="csX104" fmla="*/ 160170 w 1033496"/>
                    <a:gd name="csY104" fmla="*/ 381014 h 602020"/>
                    <a:gd name="csX105" fmla="*/ 160170 w 1033496"/>
                    <a:gd name="csY105" fmla="*/ 381014 h 602020"/>
                    <a:gd name="csX106" fmla="*/ 140224 w 1033496"/>
                    <a:gd name="csY106" fmla="*/ 510131 h 602020"/>
                    <a:gd name="csX107" fmla="*/ 188529 w 1033496"/>
                    <a:gd name="csY107" fmla="*/ 581402 h 602020"/>
                    <a:gd name="csX108" fmla="*/ 188581 w 1033496"/>
                    <a:gd name="csY108" fmla="*/ 581402 h 602020"/>
                    <a:gd name="csX109" fmla="*/ 228530 w 1033496"/>
                    <a:gd name="csY109" fmla="*/ 580809 h 602020"/>
                    <a:gd name="csX110" fmla="*/ 242656 w 1033496"/>
                    <a:gd name="csY110" fmla="*/ 283487 h 602020"/>
                    <a:gd name="csX111" fmla="*/ 242656 w 1033496"/>
                    <a:gd name="csY111" fmla="*/ 283433 h 602020"/>
                    <a:gd name="csX112" fmla="*/ 232358 w 1033496"/>
                    <a:gd name="csY112" fmla="*/ 217230 h 602020"/>
                    <a:gd name="csX113" fmla="*/ 64425 w 1033496"/>
                    <a:gd name="csY113" fmla="*/ 156688 h 602020"/>
                    <a:gd name="csX114" fmla="*/ 55959 w 1033496"/>
                    <a:gd name="csY114" fmla="*/ 168549 h 602020"/>
                    <a:gd name="csX115" fmla="*/ 93644 w 1033496"/>
                    <a:gd name="csY115" fmla="*/ 184561 h 602020"/>
                    <a:gd name="csX116" fmla="*/ 107985 w 1033496"/>
                    <a:gd name="csY116" fmla="*/ 187364 h 602020"/>
                    <a:gd name="csX117" fmla="*/ 102270 w 1033496"/>
                    <a:gd name="csY117" fmla="*/ 192000 h 602020"/>
                    <a:gd name="csX118" fmla="*/ 77471 w 1033496"/>
                    <a:gd name="csY118" fmla="*/ 187149 h 602020"/>
                    <a:gd name="csX119" fmla="*/ 63185 w 1033496"/>
                    <a:gd name="csY119" fmla="*/ 183267 h 602020"/>
                    <a:gd name="csX120" fmla="*/ 31162 w 1033496"/>
                    <a:gd name="csY120" fmla="*/ 158683 h 602020"/>
                    <a:gd name="csX121" fmla="*/ 21727 w 1033496"/>
                    <a:gd name="csY121" fmla="*/ 167094 h 602020"/>
                    <a:gd name="csX122" fmla="*/ 55851 w 1033496"/>
                    <a:gd name="csY122" fmla="*/ 183697 h 602020"/>
                    <a:gd name="csX123" fmla="*/ 97688 w 1033496"/>
                    <a:gd name="csY123" fmla="*/ 201434 h 602020"/>
                    <a:gd name="csX124" fmla="*/ 97419 w 1033496"/>
                    <a:gd name="csY124" fmla="*/ 201974 h 602020"/>
                    <a:gd name="csX125" fmla="*/ 38817 w 1033496"/>
                    <a:gd name="csY125" fmla="*/ 181649 h 602020"/>
                    <a:gd name="csX126" fmla="*/ 22480 w 1033496"/>
                    <a:gd name="csY126" fmla="*/ 173239 h 602020"/>
                    <a:gd name="csX127" fmla="*/ 21564 w 1033496"/>
                    <a:gd name="csY127" fmla="*/ 188119 h 602020"/>
                    <a:gd name="csX128" fmla="*/ 72403 w 1033496"/>
                    <a:gd name="csY128" fmla="*/ 229954 h 602020"/>
                    <a:gd name="csX129" fmla="*/ 72727 w 1033496"/>
                    <a:gd name="csY129" fmla="*/ 229468 h 602020"/>
                    <a:gd name="csX130" fmla="*/ 71703 w 1033496"/>
                    <a:gd name="csY130" fmla="*/ 196205 h 602020"/>
                    <a:gd name="csX131" fmla="*/ 116933 w 1033496"/>
                    <a:gd name="csY131" fmla="*/ 218417 h 602020"/>
                    <a:gd name="csX132" fmla="*/ 137637 w 1033496"/>
                    <a:gd name="csY132" fmla="*/ 226827 h 602020"/>
                    <a:gd name="csX133" fmla="*/ 120816 w 1033496"/>
                    <a:gd name="csY133" fmla="*/ 226342 h 602020"/>
                    <a:gd name="csX134" fmla="*/ 87769 w 1033496"/>
                    <a:gd name="csY134" fmla="*/ 212810 h 602020"/>
                    <a:gd name="csX135" fmla="*/ 87769 w 1033496"/>
                    <a:gd name="csY135" fmla="*/ 212810 h 602020"/>
                    <a:gd name="csX136" fmla="*/ 88737 w 1033496"/>
                    <a:gd name="csY136" fmla="*/ 232919 h 602020"/>
                    <a:gd name="csX137" fmla="*/ 160602 w 1033496"/>
                    <a:gd name="csY137" fmla="*/ 258095 h 602020"/>
                    <a:gd name="csX138" fmla="*/ 161733 w 1033496"/>
                    <a:gd name="csY138" fmla="*/ 258041 h 602020"/>
                    <a:gd name="csX139" fmla="*/ 746403 w 1033496"/>
                    <a:gd name="csY139" fmla="*/ 362468 h 602020"/>
                    <a:gd name="csX140" fmla="*/ 745863 w 1033496"/>
                    <a:gd name="csY140" fmla="*/ 362576 h 602020"/>
                    <a:gd name="csX141" fmla="*/ 745863 w 1033496"/>
                    <a:gd name="csY141" fmla="*/ 362576 h 602020"/>
                    <a:gd name="csX142" fmla="*/ 705429 w 1033496"/>
                    <a:gd name="csY142" fmla="*/ 374921 h 602020"/>
                    <a:gd name="csX143" fmla="*/ 698475 w 1033496"/>
                    <a:gd name="csY143" fmla="*/ 441772 h 602020"/>
                    <a:gd name="csX144" fmla="*/ 699067 w 1033496"/>
                    <a:gd name="csY144" fmla="*/ 441934 h 602020"/>
                    <a:gd name="csX145" fmla="*/ 746403 w 1033496"/>
                    <a:gd name="csY145" fmla="*/ 362468 h 602020"/>
                    <a:gd name="csX146" fmla="*/ 144699 w 1033496"/>
                    <a:gd name="csY146" fmla="*/ 364570 h 602020"/>
                    <a:gd name="csX147" fmla="*/ 139469 w 1033496"/>
                    <a:gd name="csY147" fmla="*/ 421123 h 602020"/>
                    <a:gd name="csX148" fmla="*/ 140061 w 1033496"/>
                    <a:gd name="csY148" fmla="*/ 421177 h 602020"/>
                    <a:gd name="csX149" fmla="*/ 157422 w 1033496"/>
                    <a:gd name="csY149" fmla="*/ 367913 h 602020"/>
                    <a:gd name="csX150" fmla="*/ 151923 w 1033496"/>
                    <a:gd name="csY150" fmla="*/ 366674 h 602020"/>
                    <a:gd name="csX151" fmla="*/ 151923 w 1033496"/>
                    <a:gd name="csY151" fmla="*/ 366674 h 602020"/>
                    <a:gd name="csX152" fmla="*/ 144699 w 1033496"/>
                    <a:gd name="csY152" fmla="*/ 364570 h 602020"/>
                    <a:gd name="csX153" fmla="*/ 1002265 w 1033496"/>
                    <a:gd name="csY153" fmla="*/ 250009 h 602020"/>
                    <a:gd name="csX154" fmla="*/ 1001889 w 1033496"/>
                    <a:gd name="csY154" fmla="*/ 250278 h 602020"/>
                    <a:gd name="csX155" fmla="*/ 1002265 w 1033496"/>
                    <a:gd name="csY155" fmla="*/ 250009 h 602020"/>
                    <a:gd name="csX156" fmla="*/ 1004906 w 1033496"/>
                    <a:gd name="csY156" fmla="*/ 248069 h 602020"/>
                    <a:gd name="csX157" fmla="*/ 1004153 w 1033496"/>
                    <a:gd name="csY157" fmla="*/ 248661 h 602020"/>
                    <a:gd name="csX158" fmla="*/ 1004906 w 1033496"/>
                    <a:gd name="csY158" fmla="*/ 248069 h 602020"/>
                    <a:gd name="csX159" fmla="*/ 210633 w 1033496"/>
                    <a:gd name="csY159" fmla="*/ 218309 h 602020"/>
                    <a:gd name="csX160" fmla="*/ 198716 w 1033496"/>
                    <a:gd name="csY160" fmla="*/ 212918 h 602020"/>
                    <a:gd name="csX161" fmla="*/ 157906 w 1033496"/>
                    <a:gd name="csY161" fmla="*/ 211893 h 602020"/>
                    <a:gd name="csX162" fmla="*/ 158122 w 1033496"/>
                    <a:gd name="csY162" fmla="*/ 211139 h 602020"/>
                    <a:gd name="csX163" fmla="*/ 202491 w 1033496"/>
                    <a:gd name="csY163" fmla="*/ 209091 h 602020"/>
                    <a:gd name="csX164" fmla="*/ 210633 w 1033496"/>
                    <a:gd name="csY164" fmla="*/ 218309 h 60202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</a:cxnLst>
                  <a:rect l="l" t="t" r="r" b="b"/>
                  <a:pathLst>
                    <a:path w="1033496" h="602020">
                      <a:moveTo>
                        <a:pt x="687532" y="605500"/>
                      </a:moveTo>
                      <a:cubicBezTo>
                        <a:pt x="686021" y="605500"/>
                        <a:pt x="684620" y="604854"/>
                        <a:pt x="683649" y="603722"/>
                      </a:cubicBezTo>
                      <a:cubicBezTo>
                        <a:pt x="583645" y="599678"/>
                        <a:pt x="490216" y="598815"/>
                        <a:pt x="389832" y="600756"/>
                      </a:cubicBezTo>
                      <a:cubicBezTo>
                        <a:pt x="355330" y="601456"/>
                        <a:pt x="317808" y="602482"/>
                        <a:pt x="281526" y="603776"/>
                      </a:cubicBezTo>
                      <a:cubicBezTo>
                        <a:pt x="266160" y="602374"/>
                        <a:pt x="231010" y="612401"/>
                        <a:pt x="226266" y="592130"/>
                      </a:cubicBezTo>
                      <a:cubicBezTo>
                        <a:pt x="224648" y="592454"/>
                        <a:pt x="222976" y="593101"/>
                        <a:pt x="221360" y="592670"/>
                      </a:cubicBezTo>
                      <a:cubicBezTo>
                        <a:pt x="207666" y="596551"/>
                        <a:pt x="193325" y="590998"/>
                        <a:pt x="180226" y="587656"/>
                      </a:cubicBezTo>
                      <a:cubicBezTo>
                        <a:pt x="127283" y="574717"/>
                        <a:pt x="129118" y="498541"/>
                        <a:pt x="132998" y="454440"/>
                      </a:cubicBezTo>
                      <a:cubicBezTo>
                        <a:pt x="130898" y="425976"/>
                        <a:pt x="135265" y="397457"/>
                        <a:pt x="140656" y="370015"/>
                      </a:cubicBezTo>
                      <a:lnTo>
                        <a:pt x="140656" y="370015"/>
                      </a:lnTo>
                      <a:cubicBezTo>
                        <a:pt x="140924" y="368614"/>
                        <a:pt x="141248" y="367158"/>
                        <a:pt x="141680" y="365756"/>
                      </a:cubicBezTo>
                      <a:cubicBezTo>
                        <a:pt x="125128" y="365218"/>
                        <a:pt x="135157" y="333733"/>
                        <a:pt x="134617" y="322951"/>
                      </a:cubicBezTo>
                      <a:cubicBezTo>
                        <a:pt x="137421" y="300524"/>
                        <a:pt x="139521" y="279822"/>
                        <a:pt x="147395" y="258689"/>
                      </a:cubicBezTo>
                      <a:cubicBezTo>
                        <a:pt x="128579" y="255454"/>
                        <a:pt x="109925" y="252112"/>
                        <a:pt x="92889" y="243324"/>
                      </a:cubicBezTo>
                      <a:cubicBezTo>
                        <a:pt x="90841" y="243000"/>
                        <a:pt x="88793" y="242516"/>
                        <a:pt x="86745" y="241814"/>
                      </a:cubicBezTo>
                      <a:lnTo>
                        <a:pt x="86745" y="241814"/>
                      </a:lnTo>
                      <a:lnTo>
                        <a:pt x="86745" y="241814"/>
                      </a:lnTo>
                      <a:cubicBezTo>
                        <a:pt x="60218" y="234213"/>
                        <a:pt x="34666" y="219279"/>
                        <a:pt x="19192" y="195827"/>
                      </a:cubicBezTo>
                      <a:cubicBezTo>
                        <a:pt x="14557" y="188334"/>
                        <a:pt x="6362" y="174533"/>
                        <a:pt x="15689" y="168603"/>
                      </a:cubicBezTo>
                      <a:cubicBezTo>
                        <a:pt x="1187" y="157767"/>
                        <a:pt x="-1456" y="130811"/>
                        <a:pt x="23075" y="142132"/>
                      </a:cubicBezTo>
                      <a:cubicBezTo>
                        <a:pt x="32725" y="149572"/>
                        <a:pt x="38546" y="160247"/>
                        <a:pt x="48088" y="168333"/>
                      </a:cubicBezTo>
                      <a:cubicBezTo>
                        <a:pt x="45340" y="161595"/>
                        <a:pt x="47659" y="152590"/>
                        <a:pt x="54558" y="149303"/>
                      </a:cubicBezTo>
                      <a:cubicBezTo>
                        <a:pt x="64209" y="146067"/>
                        <a:pt x="73372" y="154424"/>
                        <a:pt x="82807" y="155934"/>
                      </a:cubicBezTo>
                      <a:cubicBezTo>
                        <a:pt x="113321" y="164506"/>
                        <a:pt x="145507" y="163266"/>
                        <a:pt x="176127" y="171191"/>
                      </a:cubicBezTo>
                      <a:cubicBezTo>
                        <a:pt x="195320" y="108060"/>
                        <a:pt x="262493" y="76414"/>
                        <a:pt x="322120" y="61697"/>
                      </a:cubicBezTo>
                      <a:cubicBezTo>
                        <a:pt x="335976" y="58192"/>
                        <a:pt x="351179" y="55012"/>
                        <a:pt x="370047" y="51669"/>
                      </a:cubicBezTo>
                      <a:cubicBezTo>
                        <a:pt x="372796" y="51184"/>
                        <a:pt x="375275" y="52640"/>
                        <a:pt x="377595" y="54148"/>
                      </a:cubicBezTo>
                      <a:cubicBezTo>
                        <a:pt x="379750" y="55496"/>
                        <a:pt x="381801" y="57437"/>
                        <a:pt x="383902" y="56413"/>
                      </a:cubicBezTo>
                      <a:cubicBezTo>
                        <a:pt x="389617" y="53340"/>
                        <a:pt x="395116" y="48973"/>
                        <a:pt x="400723" y="42936"/>
                      </a:cubicBezTo>
                      <a:cubicBezTo>
                        <a:pt x="411289" y="31614"/>
                        <a:pt x="418568" y="18622"/>
                        <a:pt x="427302" y="6168"/>
                      </a:cubicBezTo>
                      <a:cubicBezTo>
                        <a:pt x="429618" y="2340"/>
                        <a:pt x="435657" y="2718"/>
                        <a:pt x="437760" y="6545"/>
                      </a:cubicBezTo>
                      <a:cubicBezTo>
                        <a:pt x="438729" y="8324"/>
                        <a:pt x="438621" y="10427"/>
                        <a:pt x="437489" y="12099"/>
                      </a:cubicBezTo>
                      <a:cubicBezTo>
                        <a:pt x="422611" y="37113"/>
                        <a:pt x="399535" y="72263"/>
                        <a:pt x="365628" y="66656"/>
                      </a:cubicBezTo>
                      <a:cubicBezTo>
                        <a:pt x="365628" y="66656"/>
                        <a:pt x="365680" y="66764"/>
                        <a:pt x="366112" y="67358"/>
                      </a:cubicBezTo>
                      <a:cubicBezTo>
                        <a:pt x="399267" y="114692"/>
                        <a:pt x="453286" y="155072"/>
                        <a:pt x="499166" y="187256"/>
                      </a:cubicBezTo>
                      <a:cubicBezTo>
                        <a:pt x="539168" y="158144"/>
                        <a:pt x="572267" y="120567"/>
                        <a:pt x="596151" y="77169"/>
                      </a:cubicBezTo>
                      <a:cubicBezTo>
                        <a:pt x="581433" y="73017"/>
                        <a:pt x="565584" y="62829"/>
                        <a:pt x="562457" y="47517"/>
                      </a:cubicBezTo>
                      <a:cubicBezTo>
                        <a:pt x="561001" y="40132"/>
                        <a:pt x="560409" y="32477"/>
                        <a:pt x="560085" y="25091"/>
                      </a:cubicBezTo>
                      <a:cubicBezTo>
                        <a:pt x="560409" y="24767"/>
                        <a:pt x="560948" y="24767"/>
                        <a:pt x="561269" y="25037"/>
                      </a:cubicBezTo>
                      <a:cubicBezTo>
                        <a:pt x="565692" y="28702"/>
                        <a:pt x="567200" y="34579"/>
                        <a:pt x="569088" y="39862"/>
                      </a:cubicBezTo>
                      <a:cubicBezTo>
                        <a:pt x="572915" y="53232"/>
                        <a:pt x="584721" y="60565"/>
                        <a:pt x="597391" y="64770"/>
                      </a:cubicBezTo>
                      <a:lnTo>
                        <a:pt x="597391" y="64770"/>
                      </a:lnTo>
                      <a:cubicBezTo>
                        <a:pt x="602298" y="66278"/>
                        <a:pt x="608929" y="68436"/>
                        <a:pt x="609953" y="70269"/>
                      </a:cubicBezTo>
                      <a:cubicBezTo>
                        <a:pt x="682249" y="58354"/>
                        <a:pt x="716428" y="153508"/>
                        <a:pt x="738369" y="207095"/>
                      </a:cubicBezTo>
                      <a:cubicBezTo>
                        <a:pt x="754326" y="250440"/>
                        <a:pt x="759072" y="289094"/>
                        <a:pt x="761713" y="336321"/>
                      </a:cubicBezTo>
                      <a:cubicBezTo>
                        <a:pt x="761768" y="336860"/>
                        <a:pt x="762413" y="337022"/>
                        <a:pt x="762737" y="336591"/>
                      </a:cubicBezTo>
                      <a:cubicBezTo>
                        <a:pt x="778694" y="311575"/>
                        <a:pt x="795678" y="285807"/>
                        <a:pt x="813252" y="259929"/>
                      </a:cubicBezTo>
                      <a:cubicBezTo>
                        <a:pt x="805113" y="234375"/>
                        <a:pt x="833253" y="218848"/>
                        <a:pt x="853254" y="211301"/>
                      </a:cubicBezTo>
                      <a:cubicBezTo>
                        <a:pt x="864091" y="207527"/>
                        <a:pt x="872178" y="198793"/>
                        <a:pt x="880533" y="191192"/>
                      </a:cubicBezTo>
                      <a:cubicBezTo>
                        <a:pt x="912072" y="177714"/>
                        <a:pt x="897138" y="219657"/>
                        <a:pt x="884684" y="230655"/>
                      </a:cubicBezTo>
                      <a:cubicBezTo>
                        <a:pt x="913041" y="235723"/>
                        <a:pt x="943123" y="231571"/>
                        <a:pt x="968515" y="217770"/>
                      </a:cubicBezTo>
                      <a:cubicBezTo>
                        <a:pt x="999514" y="197931"/>
                        <a:pt x="1014611" y="201004"/>
                        <a:pt x="983881" y="232110"/>
                      </a:cubicBezTo>
                      <a:cubicBezTo>
                        <a:pt x="1000862" y="226342"/>
                        <a:pt x="1014719" y="214104"/>
                        <a:pt x="1032456" y="210223"/>
                      </a:cubicBezTo>
                      <a:cubicBezTo>
                        <a:pt x="1051378" y="211085"/>
                        <a:pt x="1010944" y="243486"/>
                        <a:pt x="1006038" y="247259"/>
                      </a:cubicBezTo>
                      <a:cubicBezTo>
                        <a:pt x="1014827" y="244887"/>
                        <a:pt x="1023990" y="240736"/>
                        <a:pt x="1033317" y="237717"/>
                      </a:cubicBezTo>
                      <a:cubicBezTo>
                        <a:pt x="1035960" y="237771"/>
                        <a:pt x="1037739" y="240358"/>
                        <a:pt x="1038116" y="242838"/>
                      </a:cubicBezTo>
                      <a:cubicBezTo>
                        <a:pt x="1039140" y="252488"/>
                        <a:pt x="1028845" y="258905"/>
                        <a:pt x="1022158" y="263379"/>
                      </a:cubicBezTo>
                      <a:cubicBezTo>
                        <a:pt x="986955" y="286507"/>
                        <a:pt x="942531" y="281224"/>
                        <a:pt x="903553" y="293947"/>
                      </a:cubicBezTo>
                      <a:cubicBezTo>
                        <a:pt x="841932" y="310929"/>
                        <a:pt x="822418" y="405597"/>
                        <a:pt x="800906" y="460695"/>
                      </a:cubicBezTo>
                      <a:cubicBezTo>
                        <a:pt x="785865" y="501398"/>
                        <a:pt x="769583" y="542370"/>
                        <a:pt x="745163" y="578276"/>
                      </a:cubicBezTo>
                      <a:cubicBezTo>
                        <a:pt x="740256" y="583235"/>
                        <a:pt x="728394" y="608249"/>
                        <a:pt x="722627" y="598007"/>
                      </a:cubicBezTo>
                      <a:cubicBezTo>
                        <a:pt x="721763" y="596389"/>
                        <a:pt x="721927" y="594341"/>
                        <a:pt x="723111" y="592885"/>
                      </a:cubicBezTo>
                      <a:cubicBezTo>
                        <a:pt x="728989" y="585283"/>
                        <a:pt x="734488" y="577358"/>
                        <a:pt x="739500" y="569164"/>
                      </a:cubicBezTo>
                      <a:cubicBezTo>
                        <a:pt x="759501" y="536709"/>
                        <a:pt x="774219" y="499565"/>
                        <a:pt x="786512" y="462797"/>
                      </a:cubicBezTo>
                      <a:lnTo>
                        <a:pt x="786512" y="462797"/>
                      </a:lnTo>
                      <a:cubicBezTo>
                        <a:pt x="800366" y="423334"/>
                        <a:pt x="814008" y="382739"/>
                        <a:pt x="832929" y="344947"/>
                      </a:cubicBezTo>
                      <a:cubicBezTo>
                        <a:pt x="846570" y="315618"/>
                        <a:pt x="869590" y="289526"/>
                        <a:pt x="901937" y="281331"/>
                      </a:cubicBezTo>
                      <a:cubicBezTo>
                        <a:pt x="939783" y="269255"/>
                        <a:pt x="982372" y="274970"/>
                        <a:pt x="1017199" y="253944"/>
                      </a:cubicBezTo>
                      <a:cubicBezTo>
                        <a:pt x="1017523" y="253782"/>
                        <a:pt x="1017307" y="253298"/>
                        <a:pt x="1016983" y="253352"/>
                      </a:cubicBezTo>
                      <a:cubicBezTo>
                        <a:pt x="999085" y="258149"/>
                        <a:pt x="979569" y="262085"/>
                        <a:pt x="961455" y="258959"/>
                      </a:cubicBezTo>
                      <a:cubicBezTo>
                        <a:pt x="961240" y="258905"/>
                        <a:pt x="961132" y="258635"/>
                        <a:pt x="961348" y="258527"/>
                      </a:cubicBezTo>
                      <a:cubicBezTo>
                        <a:pt x="966631" y="256316"/>
                        <a:pt x="974717" y="255993"/>
                        <a:pt x="981885" y="253728"/>
                      </a:cubicBezTo>
                      <a:cubicBezTo>
                        <a:pt x="982533" y="248877"/>
                        <a:pt x="987708" y="246935"/>
                        <a:pt x="991699" y="244671"/>
                      </a:cubicBezTo>
                      <a:cubicBezTo>
                        <a:pt x="1001781" y="239334"/>
                        <a:pt x="1010352" y="232056"/>
                        <a:pt x="1018655" y="224185"/>
                      </a:cubicBezTo>
                      <a:cubicBezTo>
                        <a:pt x="1018815" y="224023"/>
                        <a:pt x="1018655" y="223969"/>
                        <a:pt x="1018439" y="224077"/>
                      </a:cubicBezTo>
                      <a:cubicBezTo>
                        <a:pt x="1002589" y="232218"/>
                        <a:pt x="986468" y="240790"/>
                        <a:pt x="968300" y="241652"/>
                      </a:cubicBezTo>
                      <a:cubicBezTo>
                        <a:pt x="959729" y="242246"/>
                        <a:pt x="951265" y="242030"/>
                        <a:pt x="942855" y="243863"/>
                      </a:cubicBezTo>
                      <a:cubicBezTo>
                        <a:pt x="942047" y="243863"/>
                        <a:pt x="941939" y="242677"/>
                        <a:pt x="942639" y="242462"/>
                      </a:cubicBezTo>
                      <a:cubicBezTo>
                        <a:pt x="949702" y="239496"/>
                        <a:pt x="957088" y="238364"/>
                        <a:pt x="964688" y="236963"/>
                      </a:cubicBezTo>
                      <a:cubicBezTo>
                        <a:pt x="964904" y="235669"/>
                        <a:pt x="966847" y="235129"/>
                        <a:pt x="967871" y="234591"/>
                      </a:cubicBezTo>
                      <a:cubicBezTo>
                        <a:pt x="978490" y="230062"/>
                        <a:pt x="988411" y="222029"/>
                        <a:pt x="993747" y="211409"/>
                      </a:cubicBezTo>
                      <a:cubicBezTo>
                        <a:pt x="993802" y="211247"/>
                        <a:pt x="993531" y="211139"/>
                        <a:pt x="993370" y="211139"/>
                      </a:cubicBezTo>
                      <a:cubicBezTo>
                        <a:pt x="983073" y="213672"/>
                        <a:pt x="974338" y="221167"/>
                        <a:pt x="964688" y="225749"/>
                      </a:cubicBezTo>
                      <a:cubicBezTo>
                        <a:pt x="934229" y="239388"/>
                        <a:pt x="895898" y="244618"/>
                        <a:pt x="865439" y="228390"/>
                      </a:cubicBezTo>
                      <a:cubicBezTo>
                        <a:pt x="864091" y="225856"/>
                        <a:pt x="873686" y="229146"/>
                        <a:pt x="875411" y="229038"/>
                      </a:cubicBezTo>
                      <a:lnTo>
                        <a:pt x="875411" y="229038"/>
                      </a:lnTo>
                      <a:cubicBezTo>
                        <a:pt x="877298" y="229360"/>
                        <a:pt x="879241" y="229738"/>
                        <a:pt x="881126" y="230062"/>
                      </a:cubicBezTo>
                      <a:cubicBezTo>
                        <a:pt x="881397" y="230116"/>
                        <a:pt x="881449" y="229792"/>
                        <a:pt x="881341" y="229576"/>
                      </a:cubicBezTo>
                      <a:cubicBezTo>
                        <a:pt x="880641" y="228552"/>
                        <a:pt x="880641" y="227096"/>
                        <a:pt x="881557" y="226180"/>
                      </a:cubicBezTo>
                      <a:cubicBezTo>
                        <a:pt x="886625" y="220411"/>
                        <a:pt x="890507" y="213619"/>
                        <a:pt x="892932" y="206287"/>
                      </a:cubicBezTo>
                      <a:cubicBezTo>
                        <a:pt x="896491" y="199117"/>
                        <a:pt x="895090" y="190168"/>
                        <a:pt x="885332" y="194157"/>
                      </a:cubicBezTo>
                      <a:cubicBezTo>
                        <a:pt x="879886" y="196637"/>
                        <a:pt x="876490" y="202458"/>
                        <a:pt x="871907" y="206233"/>
                      </a:cubicBezTo>
                      <a:cubicBezTo>
                        <a:pt x="857244" y="218094"/>
                        <a:pt x="839507" y="219441"/>
                        <a:pt x="826190" y="232380"/>
                      </a:cubicBezTo>
                      <a:cubicBezTo>
                        <a:pt x="819775" y="238795"/>
                        <a:pt x="814276" y="248661"/>
                        <a:pt x="817996" y="257718"/>
                      </a:cubicBezTo>
                      <a:cubicBezTo>
                        <a:pt x="818483" y="258959"/>
                        <a:pt x="818967" y="260037"/>
                        <a:pt x="818483" y="261546"/>
                      </a:cubicBezTo>
                      <a:cubicBezTo>
                        <a:pt x="797834" y="292330"/>
                        <a:pt x="777130" y="323275"/>
                        <a:pt x="757077" y="355136"/>
                      </a:cubicBezTo>
                      <a:cubicBezTo>
                        <a:pt x="757453" y="357239"/>
                        <a:pt x="755621" y="359125"/>
                        <a:pt x="753950" y="360095"/>
                      </a:cubicBezTo>
                      <a:cubicBezTo>
                        <a:pt x="734812" y="390340"/>
                        <a:pt x="716480" y="419991"/>
                        <a:pt x="697559" y="450182"/>
                      </a:cubicBezTo>
                      <a:cubicBezTo>
                        <a:pt x="692491" y="496869"/>
                        <a:pt x="689256" y="539512"/>
                        <a:pt x="693191" y="584745"/>
                      </a:cubicBezTo>
                      <a:cubicBezTo>
                        <a:pt x="693299" y="591322"/>
                        <a:pt x="696319" y="603830"/>
                        <a:pt x="687532" y="605500"/>
                      </a:cubicBezTo>
                      <a:close/>
                      <a:moveTo>
                        <a:pt x="161733" y="258041"/>
                      </a:moveTo>
                      <a:cubicBezTo>
                        <a:pt x="168096" y="258203"/>
                        <a:pt x="174403" y="261385"/>
                        <a:pt x="178015" y="266722"/>
                      </a:cubicBezTo>
                      <a:cubicBezTo>
                        <a:pt x="179039" y="267584"/>
                        <a:pt x="179686" y="268824"/>
                        <a:pt x="179955" y="270117"/>
                      </a:cubicBezTo>
                      <a:cubicBezTo>
                        <a:pt x="180874" y="272921"/>
                        <a:pt x="182758" y="276533"/>
                        <a:pt x="180874" y="279228"/>
                      </a:cubicBezTo>
                      <a:cubicBezTo>
                        <a:pt x="183353" y="312223"/>
                        <a:pt x="170576" y="350230"/>
                        <a:pt x="160170" y="381014"/>
                      </a:cubicBezTo>
                      <a:lnTo>
                        <a:pt x="160170" y="381014"/>
                      </a:lnTo>
                      <a:cubicBezTo>
                        <a:pt x="145400" y="423227"/>
                        <a:pt x="133917" y="463929"/>
                        <a:pt x="140224" y="510131"/>
                      </a:cubicBezTo>
                      <a:cubicBezTo>
                        <a:pt x="143136" y="540160"/>
                        <a:pt x="153594" y="577250"/>
                        <a:pt x="188529" y="581402"/>
                      </a:cubicBezTo>
                      <a:lnTo>
                        <a:pt x="188581" y="581402"/>
                      </a:lnTo>
                      <a:cubicBezTo>
                        <a:pt x="201843" y="586146"/>
                        <a:pt x="215645" y="587548"/>
                        <a:pt x="228530" y="580809"/>
                      </a:cubicBezTo>
                      <a:cubicBezTo>
                        <a:pt x="289665" y="511425"/>
                        <a:pt x="259582" y="368129"/>
                        <a:pt x="242656" y="283487"/>
                      </a:cubicBezTo>
                      <a:cubicBezTo>
                        <a:pt x="242656" y="283487"/>
                        <a:pt x="242656" y="283433"/>
                        <a:pt x="242656" y="283433"/>
                      </a:cubicBezTo>
                      <a:cubicBezTo>
                        <a:pt x="238557" y="261600"/>
                        <a:pt x="233166" y="239712"/>
                        <a:pt x="232358" y="217230"/>
                      </a:cubicBezTo>
                      <a:cubicBezTo>
                        <a:pt x="196668" y="158467"/>
                        <a:pt x="119091" y="179924"/>
                        <a:pt x="64425" y="156688"/>
                      </a:cubicBezTo>
                      <a:cubicBezTo>
                        <a:pt x="55798" y="151836"/>
                        <a:pt x="50460" y="161810"/>
                        <a:pt x="55959" y="168549"/>
                      </a:cubicBezTo>
                      <a:cubicBezTo>
                        <a:pt x="64425" y="178522"/>
                        <a:pt x="81082" y="181703"/>
                        <a:pt x="93644" y="184561"/>
                      </a:cubicBezTo>
                      <a:cubicBezTo>
                        <a:pt x="98443" y="185369"/>
                        <a:pt x="103347" y="185747"/>
                        <a:pt x="107985" y="187364"/>
                      </a:cubicBezTo>
                      <a:cubicBezTo>
                        <a:pt x="112837" y="191084"/>
                        <a:pt x="105182" y="192324"/>
                        <a:pt x="102270" y="192000"/>
                      </a:cubicBezTo>
                      <a:cubicBezTo>
                        <a:pt x="93860" y="191622"/>
                        <a:pt x="85502" y="189736"/>
                        <a:pt x="77471" y="187149"/>
                      </a:cubicBezTo>
                      <a:cubicBezTo>
                        <a:pt x="73912" y="186017"/>
                        <a:pt x="65341" y="184237"/>
                        <a:pt x="63185" y="183267"/>
                      </a:cubicBezTo>
                      <a:cubicBezTo>
                        <a:pt x="50947" y="177498"/>
                        <a:pt x="40057" y="168872"/>
                        <a:pt x="31162" y="158683"/>
                      </a:cubicBezTo>
                      <a:cubicBezTo>
                        <a:pt x="13477" y="134153"/>
                        <a:pt x="863" y="145798"/>
                        <a:pt x="21727" y="167094"/>
                      </a:cubicBezTo>
                      <a:cubicBezTo>
                        <a:pt x="34234" y="169357"/>
                        <a:pt x="43937" y="179440"/>
                        <a:pt x="55851" y="183697"/>
                      </a:cubicBezTo>
                      <a:cubicBezTo>
                        <a:pt x="69600" y="190274"/>
                        <a:pt x="84210" y="194588"/>
                        <a:pt x="97688" y="201434"/>
                      </a:cubicBezTo>
                      <a:cubicBezTo>
                        <a:pt x="98227" y="201704"/>
                        <a:pt x="98064" y="202082"/>
                        <a:pt x="97419" y="201974"/>
                      </a:cubicBezTo>
                      <a:cubicBezTo>
                        <a:pt x="77202" y="198847"/>
                        <a:pt x="57254" y="191246"/>
                        <a:pt x="38817" y="181649"/>
                      </a:cubicBezTo>
                      <a:cubicBezTo>
                        <a:pt x="33694" y="178846"/>
                        <a:pt x="28195" y="173940"/>
                        <a:pt x="22480" y="173239"/>
                      </a:cubicBezTo>
                      <a:cubicBezTo>
                        <a:pt x="13262" y="171729"/>
                        <a:pt x="20000" y="185909"/>
                        <a:pt x="21564" y="188119"/>
                      </a:cubicBezTo>
                      <a:cubicBezTo>
                        <a:pt x="32778" y="207850"/>
                        <a:pt x="51594" y="221435"/>
                        <a:pt x="72403" y="229954"/>
                      </a:cubicBezTo>
                      <a:cubicBezTo>
                        <a:pt x="72727" y="230116"/>
                        <a:pt x="72996" y="229684"/>
                        <a:pt x="72727" y="229468"/>
                      </a:cubicBezTo>
                      <a:cubicBezTo>
                        <a:pt x="61458" y="219657"/>
                        <a:pt x="43721" y="189628"/>
                        <a:pt x="71703" y="196205"/>
                      </a:cubicBezTo>
                      <a:cubicBezTo>
                        <a:pt x="87661" y="201596"/>
                        <a:pt x="99791" y="215830"/>
                        <a:pt x="116933" y="218417"/>
                      </a:cubicBezTo>
                      <a:cubicBezTo>
                        <a:pt x="124319" y="219926"/>
                        <a:pt x="132461" y="220681"/>
                        <a:pt x="137637" y="226827"/>
                      </a:cubicBezTo>
                      <a:cubicBezTo>
                        <a:pt x="141032" y="234805"/>
                        <a:pt x="124319" y="226018"/>
                        <a:pt x="120816" y="226342"/>
                      </a:cubicBezTo>
                      <a:cubicBezTo>
                        <a:pt x="109117" y="223862"/>
                        <a:pt x="97472" y="219980"/>
                        <a:pt x="87769" y="212810"/>
                      </a:cubicBezTo>
                      <a:lnTo>
                        <a:pt x="87769" y="212810"/>
                      </a:lnTo>
                      <a:cubicBezTo>
                        <a:pt x="42968" y="183429"/>
                        <a:pt x="72996" y="224725"/>
                        <a:pt x="88737" y="232919"/>
                      </a:cubicBezTo>
                      <a:cubicBezTo>
                        <a:pt x="111165" y="247205"/>
                        <a:pt x="135102" y="250117"/>
                        <a:pt x="160602" y="258095"/>
                      </a:cubicBezTo>
                      <a:cubicBezTo>
                        <a:pt x="160925" y="258095"/>
                        <a:pt x="161357" y="258041"/>
                        <a:pt x="161733" y="258041"/>
                      </a:cubicBezTo>
                      <a:close/>
                      <a:moveTo>
                        <a:pt x="746403" y="362468"/>
                      </a:moveTo>
                      <a:cubicBezTo>
                        <a:pt x="746239" y="362522"/>
                        <a:pt x="746079" y="362522"/>
                        <a:pt x="745863" y="362576"/>
                      </a:cubicBezTo>
                      <a:lnTo>
                        <a:pt x="745863" y="362576"/>
                      </a:lnTo>
                      <a:cubicBezTo>
                        <a:pt x="732117" y="366404"/>
                        <a:pt x="718855" y="368668"/>
                        <a:pt x="705429" y="374921"/>
                      </a:cubicBezTo>
                      <a:cubicBezTo>
                        <a:pt x="703597" y="397457"/>
                        <a:pt x="700954" y="419560"/>
                        <a:pt x="698475" y="441772"/>
                      </a:cubicBezTo>
                      <a:cubicBezTo>
                        <a:pt x="698475" y="442095"/>
                        <a:pt x="698906" y="442257"/>
                        <a:pt x="699067" y="441934"/>
                      </a:cubicBezTo>
                      <a:cubicBezTo>
                        <a:pt x="714216" y="414276"/>
                        <a:pt x="729850" y="389370"/>
                        <a:pt x="746403" y="362468"/>
                      </a:cubicBezTo>
                      <a:close/>
                      <a:moveTo>
                        <a:pt x="144699" y="364570"/>
                      </a:moveTo>
                      <a:cubicBezTo>
                        <a:pt x="142865" y="383439"/>
                        <a:pt x="140169" y="402632"/>
                        <a:pt x="139469" y="421123"/>
                      </a:cubicBezTo>
                      <a:cubicBezTo>
                        <a:pt x="139469" y="421447"/>
                        <a:pt x="139953" y="421501"/>
                        <a:pt x="140061" y="421177"/>
                      </a:cubicBezTo>
                      <a:cubicBezTo>
                        <a:pt x="145020" y="403118"/>
                        <a:pt x="151383" y="385489"/>
                        <a:pt x="157422" y="367913"/>
                      </a:cubicBezTo>
                      <a:cubicBezTo>
                        <a:pt x="155642" y="367752"/>
                        <a:pt x="153647" y="367104"/>
                        <a:pt x="151923" y="366674"/>
                      </a:cubicBezTo>
                      <a:lnTo>
                        <a:pt x="151923" y="366674"/>
                      </a:lnTo>
                      <a:cubicBezTo>
                        <a:pt x="150520" y="366296"/>
                        <a:pt x="147287" y="365486"/>
                        <a:pt x="144699" y="364570"/>
                      </a:cubicBezTo>
                      <a:close/>
                      <a:moveTo>
                        <a:pt x="1002265" y="250009"/>
                      </a:moveTo>
                      <a:lnTo>
                        <a:pt x="1001889" y="250278"/>
                      </a:lnTo>
                      <a:lnTo>
                        <a:pt x="1002265" y="250009"/>
                      </a:lnTo>
                      <a:close/>
                      <a:moveTo>
                        <a:pt x="1004906" y="248069"/>
                      </a:moveTo>
                      <a:cubicBezTo>
                        <a:pt x="1004690" y="248283"/>
                        <a:pt x="1004421" y="248445"/>
                        <a:pt x="1004153" y="248661"/>
                      </a:cubicBezTo>
                      <a:cubicBezTo>
                        <a:pt x="1004421" y="248445"/>
                        <a:pt x="1004637" y="248283"/>
                        <a:pt x="1004906" y="248069"/>
                      </a:cubicBezTo>
                      <a:close/>
                      <a:moveTo>
                        <a:pt x="210633" y="218309"/>
                      </a:moveTo>
                      <a:cubicBezTo>
                        <a:pt x="206697" y="218255"/>
                        <a:pt x="202599" y="214482"/>
                        <a:pt x="198716" y="212918"/>
                      </a:cubicBezTo>
                      <a:cubicBezTo>
                        <a:pt x="185725" y="207149"/>
                        <a:pt x="170792" y="208605"/>
                        <a:pt x="157906" y="211893"/>
                      </a:cubicBezTo>
                      <a:cubicBezTo>
                        <a:pt x="157366" y="212055"/>
                        <a:pt x="157474" y="211517"/>
                        <a:pt x="158122" y="211139"/>
                      </a:cubicBezTo>
                      <a:cubicBezTo>
                        <a:pt x="171007" y="203538"/>
                        <a:pt x="188581" y="203592"/>
                        <a:pt x="202491" y="209091"/>
                      </a:cubicBezTo>
                      <a:cubicBezTo>
                        <a:pt x="205563" y="209575"/>
                        <a:pt x="217693" y="216314"/>
                        <a:pt x="210633" y="218309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  <a:ln w="535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GB" dirty="0"/>
                </a:p>
              </p:txBody>
            </p:sp>
          </p:grpSp>
          <p:pic>
            <p:nvPicPr>
              <p:cNvPr id="38" name="Graphic 37" descr="Female with bangs">
                <a:extLst>
                  <a:ext uri="{FF2B5EF4-FFF2-40B4-BE49-F238E27FC236}">
                    <a16:creationId xmlns:a16="http://schemas.microsoft.com/office/drawing/2014/main" id="{5E9EE8A3-D048-7DFC-24CE-958063EE5F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622635" y="5220153"/>
                <a:ext cx="404831" cy="555466"/>
              </a:xfrm>
              <a:prstGeom prst="rect">
                <a:avLst/>
              </a:prstGeom>
            </p:spPr>
          </p:pic>
          <p:pic>
            <p:nvPicPr>
              <p:cNvPr id="52" name="Graphic 51" descr="Face with thick lips">
                <a:extLst>
                  <a:ext uri="{FF2B5EF4-FFF2-40B4-BE49-F238E27FC236}">
                    <a16:creationId xmlns:a16="http://schemas.microsoft.com/office/drawing/2014/main" id="{B90E1A87-DF1E-3F50-1B36-724F71923E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27" y="5363327"/>
                <a:ext cx="141643" cy="159348"/>
              </a:xfrm>
              <a:prstGeom prst="rect">
                <a:avLst/>
              </a:prstGeom>
            </p:spPr>
          </p:pic>
        </p:grpSp>
        <p:pic>
          <p:nvPicPr>
            <p:cNvPr id="110" name="Graphic 109" descr="A smiling woman">
              <a:extLst>
                <a:ext uri="{FF2B5EF4-FFF2-40B4-BE49-F238E27FC236}">
                  <a16:creationId xmlns:a16="http://schemas.microsoft.com/office/drawing/2014/main" id="{B8425489-4A9D-8F3E-F106-3AC7E10773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56937" y="3348028"/>
              <a:ext cx="176213" cy="192733"/>
            </a:xfrm>
            <a:prstGeom prst="rect">
              <a:avLst/>
            </a:prstGeom>
          </p:spPr>
        </p:pic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9179C9E-0149-97F1-AA44-9884089AE60B}"/>
                </a:ext>
              </a:extLst>
            </p:cNvPr>
            <p:cNvSpPr/>
            <p:nvPr/>
          </p:nvSpPr>
          <p:spPr>
            <a:xfrm>
              <a:off x="994684" y="3786080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D2D9FC8-6050-FD0B-032E-ECEE1EC72404}"/>
                </a:ext>
              </a:extLst>
            </p:cNvPr>
            <p:cNvSpPr/>
            <p:nvPr/>
          </p:nvSpPr>
          <p:spPr>
            <a:xfrm>
              <a:off x="2029548" y="3786080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123" name="Picture 122">
              <a:extLst>
                <a:ext uri="{FF2B5EF4-FFF2-40B4-BE49-F238E27FC236}">
                  <a16:creationId xmlns:a16="http://schemas.microsoft.com/office/drawing/2014/main" id="{E75C2CA2-498E-8ED2-8DAC-C31841F8E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7469" t="9565" r="52627" b="52140"/>
            <a:stretch>
              <a:fillRect/>
            </a:stretch>
          </p:blipFill>
          <p:spPr>
            <a:xfrm>
              <a:off x="3227664" y="3381468"/>
              <a:ext cx="666446" cy="642108"/>
            </a:xfrm>
            <a:prstGeom prst="rect">
              <a:avLst/>
            </a:prstGeom>
          </p:spPr>
        </p:pic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1BC8388-4E0A-0F3F-48E3-909D0B3F4882}"/>
                </a:ext>
              </a:extLst>
            </p:cNvPr>
            <p:cNvSpPr/>
            <p:nvPr/>
          </p:nvSpPr>
          <p:spPr>
            <a:xfrm>
              <a:off x="3071608" y="3786080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pic>
          <p:nvPicPr>
            <p:cNvPr id="137" name="Graphic 136" descr="Thick round eyeglasses">
              <a:extLst>
                <a:ext uri="{FF2B5EF4-FFF2-40B4-BE49-F238E27FC236}">
                  <a16:creationId xmlns:a16="http://schemas.microsoft.com/office/drawing/2014/main" id="{0B2BCE6E-6DB4-5175-B748-71633ED285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15245" y="3378820"/>
              <a:ext cx="339546" cy="116561"/>
            </a:xfrm>
            <a:prstGeom prst="rect">
              <a:avLst/>
            </a:prstGeom>
          </p:spPr>
        </p:pic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EF2E9EA-6635-43CD-5782-D94A50C876FD}"/>
              </a:ext>
            </a:extLst>
          </p:cNvPr>
          <p:cNvGrpSpPr/>
          <p:nvPr/>
        </p:nvGrpSpPr>
        <p:grpSpPr>
          <a:xfrm>
            <a:off x="465726" y="4745317"/>
            <a:ext cx="3030109" cy="1549814"/>
            <a:chOff x="970551" y="4786591"/>
            <a:chExt cx="3030109" cy="1549814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DDB5B93C-F25F-C254-1E1F-B94D233AC007}"/>
                </a:ext>
              </a:extLst>
            </p:cNvPr>
            <p:cNvSpPr/>
            <p:nvPr/>
          </p:nvSpPr>
          <p:spPr>
            <a:xfrm>
              <a:off x="993533" y="4786591"/>
              <a:ext cx="914530" cy="91453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BFA06B0-5CC5-E38B-A05D-7C37EEC35539}"/>
                </a:ext>
              </a:extLst>
            </p:cNvPr>
            <p:cNvSpPr/>
            <p:nvPr/>
          </p:nvSpPr>
          <p:spPr>
            <a:xfrm>
              <a:off x="2032858" y="4786591"/>
              <a:ext cx="914530" cy="91453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87D4D44F-3F30-09C6-E226-9FF319B6A132}"/>
                </a:ext>
              </a:extLst>
            </p:cNvPr>
            <p:cNvGrpSpPr/>
            <p:nvPr/>
          </p:nvGrpSpPr>
          <p:grpSpPr>
            <a:xfrm>
              <a:off x="1059656" y="4863810"/>
              <a:ext cx="784586" cy="1123950"/>
              <a:chOff x="-146954" y="3225048"/>
              <a:chExt cx="1285875" cy="1842065"/>
            </a:xfrm>
          </p:grpSpPr>
          <p:pic>
            <p:nvPicPr>
              <p:cNvPr id="86" name="Graphic 85" descr="Man in a hoodie">
                <a:extLst>
                  <a:ext uri="{FF2B5EF4-FFF2-40B4-BE49-F238E27FC236}">
                    <a16:creationId xmlns:a16="http://schemas.microsoft.com/office/drawing/2014/main" id="{0C83DD07-E759-462A-A88A-CE49A3463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-146954" y="3847913"/>
                <a:ext cx="1285875" cy="1219200"/>
              </a:xfrm>
              <a:prstGeom prst="rect">
                <a:avLst/>
              </a:prstGeom>
            </p:spPr>
          </p:pic>
          <p:pic>
            <p:nvPicPr>
              <p:cNvPr id="40" name="Graphic 39" descr="Man with thick hair">
                <a:extLst>
                  <a:ext uri="{FF2B5EF4-FFF2-40B4-BE49-F238E27FC236}">
                    <a16:creationId xmlns:a16="http://schemas.microsoft.com/office/drawing/2014/main" id="{D5A0766E-38E0-AA0F-A572-557F68D019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288577" y="3225048"/>
                <a:ext cx="695325" cy="762000"/>
              </a:xfrm>
              <a:prstGeom prst="rect">
                <a:avLst/>
              </a:prstGeom>
            </p:spPr>
          </p:pic>
          <p:pic>
            <p:nvPicPr>
              <p:cNvPr id="50" name="Graphic 49" descr="Face with one eyebrow">
                <a:extLst>
                  <a:ext uri="{FF2B5EF4-FFF2-40B4-BE49-F238E27FC236}">
                    <a16:creationId xmlns:a16="http://schemas.microsoft.com/office/drawing/2014/main" id="{534B7A84-5F5D-36CE-0724-77FA393F35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95983" y="3558353"/>
                <a:ext cx="314325" cy="304800"/>
              </a:xfrm>
              <a:prstGeom prst="rect">
                <a:avLst/>
              </a:prstGeom>
            </p:spPr>
          </p:pic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D0472FFA-EE9E-731E-BDF1-3A5C383DA4CA}"/>
                </a:ext>
              </a:extLst>
            </p:cNvPr>
            <p:cNvGrpSpPr/>
            <p:nvPr/>
          </p:nvGrpSpPr>
          <p:grpSpPr>
            <a:xfrm>
              <a:off x="2091041" y="4926859"/>
              <a:ext cx="740389" cy="1054664"/>
              <a:chOff x="1009986" y="3826946"/>
              <a:chExt cx="740389" cy="1054664"/>
            </a:xfrm>
          </p:grpSpPr>
          <p:pic>
            <p:nvPicPr>
              <p:cNvPr id="29" name="Graphic 28" descr="Woman with thumbs up">
                <a:extLst>
                  <a:ext uri="{FF2B5EF4-FFF2-40B4-BE49-F238E27FC236}">
                    <a16:creationId xmlns:a16="http://schemas.microsoft.com/office/drawing/2014/main" id="{AEBB7E27-1288-74F9-51D8-B43FD74BD5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1009986" y="4147005"/>
                <a:ext cx="740389" cy="734605"/>
              </a:xfrm>
              <a:prstGeom prst="rect">
                <a:avLst/>
              </a:prstGeom>
            </p:spPr>
          </p:pic>
          <p:pic>
            <p:nvPicPr>
              <p:cNvPr id="91" name="Graphic 90" descr="Woman with long straight hair">
                <a:extLst>
                  <a:ext uri="{FF2B5EF4-FFF2-40B4-BE49-F238E27FC236}">
                    <a16:creationId xmlns:a16="http://schemas.microsoft.com/office/drawing/2014/main" id="{D2FA6FFB-F56B-11D6-99DB-23026A86E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182202" y="3826946"/>
                <a:ext cx="441694" cy="464941"/>
              </a:xfrm>
              <a:prstGeom prst="rect">
                <a:avLst/>
              </a:prstGeom>
            </p:spPr>
          </p:pic>
          <p:pic>
            <p:nvPicPr>
              <p:cNvPr id="44" name="Graphic 43" descr="A woman's face">
                <a:extLst>
                  <a:ext uri="{FF2B5EF4-FFF2-40B4-BE49-F238E27FC236}">
                    <a16:creationId xmlns:a16="http://schemas.microsoft.com/office/drawing/2014/main" id="{3D728FAC-D4FC-5A4D-F8F0-93A5EE7223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384294" y="4002318"/>
                <a:ext cx="182066" cy="193445"/>
              </a:xfrm>
              <a:prstGeom prst="rect">
                <a:avLst/>
              </a:prstGeom>
            </p:spPr>
          </p:pic>
        </p:grp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9152FAD-1785-6026-118B-9008964FFE2D}"/>
                </a:ext>
              </a:extLst>
            </p:cNvPr>
            <p:cNvSpPr/>
            <p:nvPr/>
          </p:nvSpPr>
          <p:spPr>
            <a:xfrm>
              <a:off x="2007389" y="5481356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4854973-D48D-2800-7317-10FC5ED4FA4C}"/>
                </a:ext>
              </a:extLst>
            </p:cNvPr>
            <p:cNvSpPr/>
            <p:nvPr/>
          </p:nvSpPr>
          <p:spPr>
            <a:xfrm>
              <a:off x="970551" y="5472592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A6730EEC-70E7-7203-9130-84596D3B99A2}"/>
                </a:ext>
              </a:extLst>
            </p:cNvPr>
            <p:cNvGrpSpPr/>
            <p:nvPr/>
          </p:nvGrpSpPr>
          <p:grpSpPr>
            <a:xfrm>
              <a:off x="3086130" y="4799938"/>
              <a:ext cx="914530" cy="945291"/>
              <a:chOff x="5276965" y="4968808"/>
              <a:chExt cx="914530" cy="945291"/>
            </a:xfrm>
            <a:solidFill>
              <a:srgbClr val="FF0000"/>
            </a:solidFill>
          </p:grpSpPr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2EEA1CF8-8A14-2128-CE94-B37DBB684107}"/>
                  </a:ext>
                </a:extLst>
              </p:cNvPr>
              <p:cNvSpPr/>
              <p:nvPr/>
            </p:nvSpPr>
            <p:spPr>
              <a:xfrm>
                <a:off x="5276965" y="4968808"/>
                <a:ext cx="914530" cy="91453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pic>
            <p:nvPicPr>
              <p:cNvPr id="126" name="Picture 125">
                <a:extLst>
                  <a:ext uri="{FF2B5EF4-FFF2-40B4-BE49-F238E27FC236}">
                    <a16:creationId xmlns:a16="http://schemas.microsoft.com/office/drawing/2014/main" id="{50102027-8481-AEDD-3EBF-2B38011E11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saturation sat="0"/>
                        </a14:imgEffect>
                      </a14:imgLayer>
                    </a14:imgProps>
                  </a:ext>
                </a:extLst>
              </a:blip>
              <a:srcRect l="53465" t="9564" r="5914" b="49263"/>
              <a:stretch>
                <a:fillRect/>
              </a:stretch>
            </p:blipFill>
            <p:spPr>
              <a:xfrm>
                <a:off x="5361367" y="5122426"/>
                <a:ext cx="778015" cy="791673"/>
              </a:xfrm>
              <a:prstGeom prst="rect">
                <a:avLst/>
              </a:prstGeom>
              <a:noFill/>
            </p:spPr>
          </p:pic>
        </p:grp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D04797D9-66E1-56F6-4BD4-72F992BC7722}"/>
                </a:ext>
              </a:extLst>
            </p:cNvPr>
            <p:cNvSpPr/>
            <p:nvPr/>
          </p:nvSpPr>
          <p:spPr>
            <a:xfrm>
              <a:off x="3066845" y="5484966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8E5D584A-A464-4AC1-FC57-E673161EF239}"/>
                </a:ext>
              </a:extLst>
            </p:cNvPr>
            <p:cNvSpPr/>
            <p:nvPr/>
          </p:nvSpPr>
          <p:spPr>
            <a:xfrm>
              <a:off x="2142581" y="5619527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75CBC85E-6FF5-EF5D-08EB-AFE492423567}"/>
              </a:ext>
            </a:extLst>
          </p:cNvPr>
          <p:cNvGrpSpPr/>
          <p:nvPr/>
        </p:nvGrpSpPr>
        <p:grpSpPr>
          <a:xfrm>
            <a:off x="472076" y="1066140"/>
            <a:ext cx="2983920" cy="1411109"/>
            <a:chOff x="976901" y="1313790"/>
            <a:chExt cx="2983920" cy="1411109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FAFD2DC2-FD80-37D1-AAAE-867E7C2744DD}"/>
                </a:ext>
              </a:extLst>
            </p:cNvPr>
            <p:cNvSpPr/>
            <p:nvPr/>
          </p:nvSpPr>
          <p:spPr>
            <a:xfrm>
              <a:off x="993533" y="1326637"/>
              <a:ext cx="914530" cy="9145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F3800E7C-5F93-0708-63EC-A4509F613ED0}"/>
                </a:ext>
              </a:extLst>
            </p:cNvPr>
            <p:cNvSpPr/>
            <p:nvPr/>
          </p:nvSpPr>
          <p:spPr>
            <a:xfrm>
              <a:off x="1974186" y="1317779"/>
              <a:ext cx="914530" cy="9145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50" name="Group 149">
              <a:extLst>
                <a:ext uri="{FF2B5EF4-FFF2-40B4-BE49-F238E27FC236}">
                  <a16:creationId xmlns:a16="http://schemas.microsoft.com/office/drawing/2014/main" id="{648DD57E-7BB9-0140-CD9F-798933E3244A}"/>
                </a:ext>
              </a:extLst>
            </p:cNvPr>
            <p:cNvGrpSpPr/>
            <p:nvPr/>
          </p:nvGrpSpPr>
          <p:grpSpPr>
            <a:xfrm>
              <a:off x="1068824" y="1466956"/>
              <a:ext cx="695356" cy="1036361"/>
              <a:chOff x="156775" y="5106479"/>
              <a:chExt cx="773410" cy="1152693"/>
            </a:xfrm>
          </p:grpSpPr>
          <p:pic>
            <p:nvPicPr>
              <p:cNvPr id="151" name="Graphic 150" descr="Man wearing jacket">
                <a:extLst>
                  <a:ext uri="{FF2B5EF4-FFF2-40B4-BE49-F238E27FC236}">
                    <a16:creationId xmlns:a16="http://schemas.microsoft.com/office/drawing/2014/main" id="{17EFED00-6A82-C776-E3BD-46DC23B610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56775" y="5508343"/>
                <a:ext cx="773410" cy="750829"/>
              </a:xfrm>
              <a:prstGeom prst="rect">
                <a:avLst/>
              </a:prstGeom>
            </p:spPr>
          </p:pic>
          <p:pic>
            <p:nvPicPr>
              <p:cNvPr id="152" name="Graphic 151" descr="Boy with thick hair">
                <a:extLst>
                  <a:ext uri="{FF2B5EF4-FFF2-40B4-BE49-F238E27FC236}">
                    <a16:creationId xmlns:a16="http://schemas.microsoft.com/office/drawing/2014/main" id="{B6221848-A50B-090B-DE21-B7354FE36E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356840" y="5106479"/>
                <a:ext cx="464036" cy="506776"/>
              </a:xfrm>
              <a:prstGeom prst="rect">
                <a:avLst/>
              </a:prstGeom>
            </p:spPr>
          </p:pic>
          <p:pic>
            <p:nvPicPr>
              <p:cNvPr id="153" name="Graphic 152" descr="Face with thick eyebrows">
                <a:extLst>
                  <a:ext uri="{FF2B5EF4-FFF2-40B4-BE49-F238E27FC236}">
                    <a16:creationId xmlns:a16="http://schemas.microsoft.com/office/drawing/2014/main" id="{CE4D771B-65AD-539A-4653-3409B8FF8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502749" y="5341487"/>
                <a:ext cx="242823" cy="215842"/>
              </a:xfrm>
              <a:prstGeom prst="rect">
                <a:avLst/>
              </a:prstGeom>
            </p:spPr>
          </p:pic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F1D9E4DC-1A7F-91B7-E6C4-86F9C6877C54}"/>
                </a:ext>
              </a:extLst>
            </p:cNvPr>
            <p:cNvGrpSpPr/>
            <p:nvPr/>
          </p:nvGrpSpPr>
          <p:grpSpPr>
            <a:xfrm>
              <a:off x="2114300" y="1382740"/>
              <a:ext cx="688337" cy="1002631"/>
              <a:chOff x="1215345" y="4674269"/>
              <a:chExt cx="725379" cy="1056586"/>
            </a:xfrm>
          </p:grpSpPr>
          <p:pic>
            <p:nvPicPr>
              <p:cNvPr id="155" name="Graphic 154" descr="Woman wearing a dress">
                <a:extLst>
                  <a:ext uri="{FF2B5EF4-FFF2-40B4-BE49-F238E27FC236}">
                    <a16:creationId xmlns:a16="http://schemas.microsoft.com/office/drawing/2014/main" id="{0E8B8D95-F280-ADC1-827A-DC0AE0864A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p:blipFill>
            <p:spPr>
              <a:xfrm>
                <a:off x="1215345" y="5033163"/>
                <a:ext cx="725379" cy="697692"/>
              </a:xfrm>
              <a:prstGeom prst="rect">
                <a:avLst/>
              </a:prstGeom>
            </p:spPr>
          </p:pic>
          <p:pic>
            <p:nvPicPr>
              <p:cNvPr id="156" name="Graphic 155" descr="Woman with long hair">
                <a:extLst>
                  <a:ext uri="{FF2B5EF4-FFF2-40B4-BE49-F238E27FC236}">
                    <a16:creationId xmlns:a16="http://schemas.microsoft.com/office/drawing/2014/main" id="{216EE3A0-35E7-0DEB-BDBE-C7A21BCA9E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345035" y="4674269"/>
                <a:ext cx="523762" cy="581958"/>
              </a:xfrm>
              <a:prstGeom prst="rect">
                <a:avLst/>
              </a:prstGeom>
            </p:spPr>
          </p:pic>
          <p:pic>
            <p:nvPicPr>
              <p:cNvPr id="157" name="Graphic 156" descr="A woman's face">
                <a:extLst>
                  <a:ext uri="{FF2B5EF4-FFF2-40B4-BE49-F238E27FC236}">
                    <a16:creationId xmlns:a16="http://schemas.microsoft.com/office/drawing/2014/main" id="{5E6D0837-FF43-BF89-42D4-FF7AF6FE5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1581046" y="4858139"/>
                <a:ext cx="174518" cy="185426"/>
              </a:xfrm>
              <a:prstGeom prst="rect">
                <a:avLst/>
              </a:prstGeom>
            </p:spPr>
          </p:pic>
        </p:grp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191E9EBC-308D-07BE-E4C6-609280B3DA78}"/>
                </a:ext>
              </a:extLst>
            </p:cNvPr>
            <p:cNvSpPr/>
            <p:nvPr/>
          </p:nvSpPr>
          <p:spPr>
            <a:xfrm>
              <a:off x="976901" y="2006288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7D6616B7-B627-8A18-0B82-F57A59B39C2F}"/>
                </a:ext>
              </a:extLst>
            </p:cNvPr>
            <p:cNvSpPr/>
            <p:nvPr/>
          </p:nvSpPr>
          <p:spPr>
            <a:xfrm>
              <a:off x="1939500" y="2008021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4B17C778-7D20-77EB-2D62-B641B5B2CF25}"/>
                </a:ext>
              </a:extLst>
            </p:cNvPr>
            <p:cNvSpPr/>
            <p:nvPr/>
          </p:nvSpPr>
          <p:spPr>
            <a:xfrm>
              <a:off x="3046291" y="1313790"/>
              <a:ext cx="914530" cy="91453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61" name="Picture 160">
              <a:extLst>
                <a:ext uri="{FF2B5EF4-FFF2-40B4-BE49-F238E27FC236}">
                  <a16:creationId xmlns:a16="http://schemas.microsoft.com/office/drawing/2014/main" id="{F6BF3A84-71B1-EFB8-7BCD-16467E4D37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l="34291" t="50985" r="29056" b="143"/>
            <a:stretch>
              <a:fillRect/>
            </a:stretch>
          </p:blipFill>
          <p:spPr>
            <a:xfrm>
              <a:off x="3202347" y="1431740"/>
              <a:ext cx="666446" cy="892075"/>
            </a:xfrm>
            <a:prstGeom prst="rect">
              <a:avLst/>
            </a:prstGeom>
          </p:spPr>
        </p:pic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1094872-8728-997A-B703-FEC174360669}"/>
                </a:ext>
              </a:extLst>
            </p:cNvPr>
            <p:cNvSpPr/>
            <p:nvPr/>
          </p:nvSpPr>
          <p:spPr>
            <a:xfrm>
              <a:off x="3027027" y="2006288"/>
              <a:ext cx="914530" cy="716878"/>
            </a:xfrm>
            <a:custGeom>
              <a:avLst/>
              <a:gdLst>
                <a:gd name="csX0" fmla="*/ 81355 w 914530"/>
                <a:gd name="csY0" fmla="*/ 0 h 716878"/>
                <a:gd name="csX1" fmla="*/ 96007 w 914530"/>
                <a:gd name="csY1" fmla="*/ 26994 h 716878"/>
                <a:gd name="csX2" fmla="*/ 475178 w 914530"/>
                <a:gd name="csY2" fmla="*/ 228598 h 716878"/>
                <a:gd name="csX3" fmla="*/ 798513 w 914530"/>
                <a:gd name="csY3" fmla="*/ 94668 h 716878"/>
                <a:gd name="csX4" fmla="*/ 851088 w 914530"/>
                <a:gd name="csY4" fmla="*/ 30947 h 716878"/>
                <a:gd name="csX5" fmla="*/ 878596 w 914530"/>
                <a:gd name="csY5" fmla="*/ 81625 h 716878"/>
                <a:gd name="csX6" fmla="*/ 914530 w 914530"/>
                <a:gd name="csY6" fmla="*/ 259613 h 716878"/>
                <a:gd name="csX7" fmla="*/ 457265 w 914530"/>
                <a:gd name="csY7" fmla="*/ 716878 h 716878"/>
                <a:gd name="csX8" fmla="*/ 0 w 914530"/>
                <a:gd name="csY8" fmla="*/ 259613 h 716878"/>
                <a:gd name="csX9" fmla="*/ 78094 w 914530"/>
                <a:gd name="csY9" fmla="*/ 3952 h 716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14530" h="716878">
                  <a:moveTo>
                    <a:pt x="81355" y="0"/>
                  </a:moveTo>
                  <a:lnTo>
                    <a:pt x="96007" y="26994"/>
                  </a:lnTo>
                  <a:cubicBezTo>
                    <a:pt x="178181" y="148628"/>
                    <a:pt x="317341" y="228598"/>
                    <a:pt x="475178" y="228598"/>
                  </a:cubicBezTo>
                  <a:cubicBezTo>
                    <a:pt x="601448" y="228598"/>
                    <a:pt x="715764" y="177417"/>
                    <a:pt x="798513" y="94668"/>
                  </a:cubicBezTo>
                  <a:lnTo>
                    <a:pt x="851088" y="30947"/>
                  </a:lnTo>
                  <a:lnTo>
                    <a:pt x="878596" y="81625"/>
                  </a:lnTo>
                  <a:cubicBezTo>
                    <a:pt x="901735" y="136332"/>
                    <a:pt x="914530" y="196478"/>
                    <a:pt x="914530" y="259613"/>
                  </a:cubicBezTo>
                  <a:cubicBezTo>
                    <a:pt x="914530" y="512153"/>
                    <a:pt x="709805" y="716878"/>
                    <a:pt x="457265" y="716878"/>
                  </a:cubicBezTo>
                  <a:cubicBezTo>
                    <a:pt x="204725" y="716878"/>
                    <a:pt x="0" y="512153"/>
                    <a:pt x="0" y="259613"/>
                  </a:cubicBezTo>
                  <a:cubicBezTo>
                    <a:pt x="0" y="164911"/>
                    <a:pt x="28789" y="76932"/>
                    <a:pt x="78094" y="395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sp>
        <p:nvSpPr>
          <p:cNvPr id="164" name="TextBox 163">
            <a:extLst>
              <a:ext uri="{FF2B5EF4-FFF2-40B4-BE49-F238E27FC236}">
                <a16:creationId xmlns:a16="http://schemas.microsoft.com/office/drawing/2014/main" id="{98ED974F-12F1-FE1C-20EC-5EE131ABD5D5}"/>
              </a:ext>
            </a:extLst>
          </p:cNvPr>
          <p:cNvSpPr txBox="1"/>
          <p:nvPr/>
        </p:nvSpPr>
        <p:spPr>
          <a:xfrm>
            <a:off x="4118396" y="802727"/>
            <a:ext cx="6099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Nicolás Vargas, Catalina Castrillon and Marilyn Aguilar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7A4B6C32-1475-6966-4195-ABCDC4CC60C0}"/>
              </a:ext>
            </a:extLst>
          </p:cNvPr>
          <p:cNvSpPr txBox="1"/>
          <p:nvPr/>
        </p:nvSpPr>
        <p:spPr>
          <a:xfrm>
            <a:off x="4136141" y="1123955"/>
            <a:ext cx="68674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FF0000"/>
                </a:solidFill>
                <a:hlinkClick r:id="rId2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don’t they vote? Electoral abstention in Bogota's Universities for Youth Councils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A45145F4-89F9-5532-BF99-ABB8B61E9AE6}"/>
              </a:ext>
            </a:extLst>
          </p:cNvPr>
          <p:cNvSpPr txBox="1"/>
          <p:nvPr/>
        </p:nvSpPr>
        <p:spPr>
          <a:xfrm>
            <a:off x="4156499" y="1674323"/>
            <a:ext cx="64141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sz="1400" b="0" dirty="0"/>
              <a:t>Why, despite being part of a highly educated population with greater access to information, </a:t>
            </a:r>
            <a:r>
              <a:rPr lang="en-US" sz="1400" dirty="0">
                <a:highlight>
                  <a:srgbClr val="FFC000"/>
                </a:highlight>
              </a:rPr>
              <a:t>many students remain disengaged from electoral processes </a:t>
            </a:r>
            <a:r>
              <a:rPr lang="en-US" sz="1400" b="0" dirty="0"/>
              <a:t>such as the Youth Councils elections?</a:t>
            </a:r>
            <a:endParaRPr lang="en-GB" sz="1400" b="0" dirty="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BD502FB0-2781-41A6-1CCF-AD0CBE226364}"/>
              </a:ext>
            </a:extLst>
          </p:cNvPr>
          <p:cNvSpPr txBox="1"/>
          <p:nvPr/>
        </p:nvSpPr>
        <p:spPr>
          <a:xfrm>
            <a:off x="4118396" y="2690129"/>
            <a:ext cx="60997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Sofia Gualdron, Saray González and Sara Lucía Rojas</a:t>
            </a:r>
            <a:endParaRPr lang="en-GB" sz="1600" b="1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4A055931-526E-53EB-9CBD-0D542EEBD55F}"/>
              </a:ext>
            </a:extLst>
          </p:cNvPr>
          <p:cNvSpPr txBox="1"/>
          <p:nvPr/>
        </p:nvSpPr>
        <p:spPr>
          <a:xfrm>
            <a:off x="4136141" y="3011357"/>
            <a:ext cx="68674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Occupational Stress In Professors Of Finance, Government And International Relations</a:t>
            </a:r>
            <a:endParaRPr lang="en-GB" sz="1600" b="1" dirty="0">
              <a:solidFill>
                <a:srgbClr val="FF0000"/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362EC3A3-06EE-7B95-E362-2728883F85A7}"/>
              </a:ext>
            </a:extLst>
          </p:cNvPr>
          <p:cNvSpPr txBox="1"/>
          <p:nvPr/>
        </p:nvSpPr>
        <p:spPr>
          <a:xfrm>
            <a:off x="4156500" y="3592503"/>
            <a:ext cx="64141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sz="1400" b="0" dirty="0"/>
              <a:t>To what extent do the type of courses taught (quantitative), research responsibilities, and problem-solving pedagogy </a:t>
            </a:r>
            <a:r>
              <a:rPr lang="en-US" sz="1400" dirty="0">
                <a:highlight>
                  <a:srgbClr val="FFC000"/>
                </a:highlight>
              </a:rPr>
              <a:t>mediate the relationship between program affiliation and occupational stress levels </a:t>
            </a:r>
            <a:r>
              <a:rPr lang="en-US" sz="1400" b="0" dirty="0"/>
              <a:t>in professors</a:t>
            </a:r>
            <a:endParaRPr lang="en-GB" sz="1400" b="0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5C9B109-CE47-1FB2-BBAE-9BAAA113CFE1}"/>
              </a:ext>
            </a:extLst>
          </p:cNvPr>
          <p:cNvSpPr txBox="1"/>
          <p:nvPr/>
        </p:nvSpPr>
        <p:spPr>
          <a:xfrm>
            <a:off x="4136140" y="4574278"/>
            <a:ext cx="64141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/>
              <a:t>Miguel Ángel Garzón, Nicolas Guerrero and Camila Cubillos</a:t>
            </a:r>
            <a:endParaRPr lang="en-GB" sz="1600" b="1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E62C5653-79DF-632A-08B3-951605C0D59D}"/>
              </a:ext>
            </a:extLst>
          </p:cNvPr>
          <p:cNvSpPr txBox="1"/>
          <p:nvPr/>
        </p:nvSpPr>
        <p:spPr>
          <a:xfrm>
            <a:off x="4153886" y="4895506"/>
            <a:ext cx="69784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Modelling Childbearing Intentions at U Ext: An Explanatory Sequential Mixed-Methods Approach to Feminist Identity and Miller’s TDIB Model</a:t>
            </a:r>
            <a:endParaRPr lang="en-GB" sz="1600" b="1" dirty="0">
              <a:solidFill>
                <a:srgbClr val="FF00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FC04CEB-11D3-0A18-B0FD-BB1497105F6D}"/>
              </a:ext>
            </a:extLst>
          </p:cNvPr>
          <p:cNvSpPr txBox="1"/>
          <p:nvPr/>
        </p:nvSpPr>
        <p:spPr>
          <a:xfrm>
            <a:off x="4174244" y="5476652"/>
            <a:ext cx="682937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b="1"/>
            </a:lvl1pPr>
          </a:lstStyle>
          <a:p>
            <a:r>
              <a:rPr lang="en-US" sz="1400" b="0" dirty="0"/>
              <a:t>To what extent </a:t>
            </a:r>
            <a:r>
              <a:rPr lang="en-US" sz="1400" dirty="0">
                <a:highlight>
                  <a:srgbClr val="FFC000"/>
                </a:highlight>
              </a:rPr>
              <a:t>does feminist identity explain the motivations and desires underlying the childbearing intentions </a:t>
            </a:r>
            <a:r>
              <a:rPr lang="en-US" sz="1400" b="0" dirty="0"/>
              <a:t>of undergraduate students at the Faculty of Finance, Government and International Relations (FIGRI)?</a:t>
            </a:r>
            <a:endParaRPr lang="en-GB" sz="1400" b="0" dirty="0"/>
          </a:p>
        </p:txBody>
      </p:sp>
      <p:sp>
        <p:nvSpPr>
          <p:cNvPr id="180" name="Título 1">
            <a:extLst>
              <a:ext uri="{FF2B5EF4-FFF2-40B4-BE49-F238E27FC236}">
                <a16:creationId xmlns:a16="http://schemas.microsoft.com/office/drawing/2014/main" id="{953944E5-9B42-4F32-843A-A54B22AEDDBB}"/>
              </a:ext>
            </a:extLst>
          </p:cNvPr>
          <p:cNvSpPr txBox="1">
            <a:spLocks/>
          </p:cNvSpPr>
          <p:nvPr/>
        </p:nvSpPr>
        <p:spPr>
          <a:xfrm>
            <a:off x="233679" y="260923"/>
            <a:ext cx="5985460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Today's</a:t>
            </a: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 session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138427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" grpId="0"/>
      <p:bldP spid="165" grpId="0"/>
      <p:bldP spid="167" grpId="0"/>
      <p:bldP spid="168" grpId="0"/>
      <p:bldP spid="169" grpId="0"/>
      <p:bldP spid="170" grpId="0"/>
      <p:bldP spid="174" grpId="0"/>
      <p:bldP spid="175" grpId="0"/>
      <p:bldP spid="17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EFE7-2D79-4F77-CA3D-C0F8C16E1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36604394-F794-4E2B-7748-B714DE857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9389" y="635634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0EA680-D336-4FF7-8B7A-9848BB0A1C32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2" name="Date Placeholder 3 1">
            <a:extLst>
              <a:ext uri="{FF2B5EF4-FFF2-40B4-BE49-F238E27FC236}">
                <a16:creationId xmlns:a16="http://schemas.microsoft.com/office/drawing/2014/main" id="{4C15B87C-AB01-6F00-5778-1B209B6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8" name="Date Placeholder 3 2">
            <a:extLst>
              <a:ext uri="{FF2B5EF4-FFF2-40B4-BE49-F238E27FC236}">
                <a16:creationId xmlns:a16="http://schemas.microsoft.com/office/drawing/2014/main" id="{27DC15F7-D784-7FAB-4055-3A2C0EE2F615}"/>
              </a:ext>
            </a:extLst>
          </p:cNvPr>
          <p:cNvSpPr txBox="1">
            <a:spLocks/>
          </p:cNvSpPr>
          <p:nvPr/>
        </p:nvSpPr>
        <p:spPr>
          <a:xfrm>
            <a:off x="11003616" y="136525"/>
            <a:ext cx="11175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E845D0-70B0-405D-A6BF-798C9CBE9027}" type="datetime1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20/05/2026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Aptos" panose="020B0004020202020204"/>
              <a:ea typeface="+mn-ea"/>
              <a:cs typeface="+mn-cs"/>
            </a:endParaRPr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55748A78-60F7-0F39-595A-388ABBED1651}"/>
              </a:ext>
            </a:extLst>
          </p:cNvPr>
          <p:cNvSpPr txBox="1">
            <a:spLocks/>
          </p:cNvSpPr>
          <p:nvPr/>
        </p:nvSpPr>
        <p:spPr>
          <a:xfrm>
            <a:off x="2707689" y="635574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ptos" panose="020B0004020202020204"/>
                <a:ea typeface="+mn-ea"/>
                <a:cs typeface="+mn-cs"/>
              </a:rPr>
              <a:t>Data analysis</a:t>
            </a:r>
          </a:p>
        </p:txBody>
      </p:sp>
      <p:sp>
        <p:nvSpPr>
          <p:cNvPr id="180" name="Título 1">
            <a:extLst>
              <a:ext uri="{FF2B5EF4-FFF2-40B4-BE49-F238E27FC236}">
                <a16:creationId xmlns:a16="http://schemas.microsoft.com/office/drawing/2014/main" id="{128C4AAB-A69E-15F2-96E1-C61011384A10}"/>
              </a:ext>
            </a:extLst>
          </p:cNvPr>
          <p:cNvSpPr txBox="1">
            <a:spLocks/>
          </p:cNvSpPr>
          <p:nvPr/>
        </p:nvSpPr>
        <p:spPr>
          <a:xfrm>
            <a:off x="233679" y="260923"/>
            <a:ext cx="5985460" cy="47535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Verdana" panose="020B0604030504040204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Today's</a:t>
            </a:r>
            <a:r>
              <a:rPr lang="en-GB" sz="3200" b="1" dirty="0">
                <a:solidFill>
                  <a:srgbClr val="FF0000"/>
                </a:solidFill>
                <a:latin typeface="Aptos SemiBold" panose="020F0502020204030204" pitchFamily="34" charset="0"/>
              </a:rPr>
              <a:t> session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ptos SemiBold" panose="020F0502020204030204" pitchFamily="34" charset="0"/>
              <a:ea typeface="+mj-ea"/>
              <a:cs typeface="+mj-cs"/>
            </a:endParaRPr>
          </a:p>
        </p:txBody>
      </p:sp>
      <p:pic>
        <p:nvPicPr>
          <p:cNvPr id="11" name="Picture 10" descr="Heart Lamp: Selected Stories by Banu Mushtaq (author), Deepa Bhasthi ( –  Novel Sheffield">
            <a:extLst>
              <a:ext uri="{FF2B5EF4-FFF2-40B4-BE49-F238E27FC236}">
                <a16:creationId xmlns:a16="http://schemas.microsoft.com/office/drawing/2014/main" id="{2591C5EB-9938-9F7A-F7A3-C5FBBF7A2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96" y="1641552"/>
            <a:ext cx="2791004" cy="4214416"/>
          </a:xfrm>
          <a:prstGeom prst="rect">
            <a:avLst/>
          </a:prstGeom>
        </p:spPr>
      </p:pic>
      <p:pic>
        <p:nvPicPr>
          <p:cNvPr id="12" name="Picture 11" descr="Banu Mushtaq | Author | Scribe">
            <a:extLst>
              <a:ext uri="{FF2B5EF4-FFF2-40B4-BE49-F238E27FC236}">
                <a16:creationId xmlns:a16="http://schemas.microsoft.com/office/drawing/2014/main" id="{74A9536C-6550-8C54-315B-A9A3419EC963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rcRect l="-3766" t="4402" r="-8703" b="22144"/>
          <a:stretch>
            <a:fillRect/>
          </a:stretch>
        </p:blipFill>
        <p:spPr>
          <a:xfrm>
            <a:off x="3986841" y="2542441"/>
            <a:ext cx="2007559" cy="2007139"/>
          </a:xfrm>
          <a:prstGeom prst="ellipse">
            <a:avLst/>
          </a:prstGeom>
          <a:solidFill>
            <a:schemeClr val="accent2"/>
          </a:solidFill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20EFE4B-99D3-FCAF-0B35-BB58FBB68103}"/>
              </a:ext>
            </a:extLst>
          </p:cNvPr>
          <p:cNvSpPr txBox="1"/>
          <p:nvPr/>
        </p:nvSpPr>
        <p:spPr>
          <a:xfrm>
            <a:off x="6117539" y="2945845"/>
            <a:ext cx="46609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Heart Lamp is the first collection of short stories to win the prize – written over 30 years, the 12 stories chronicle the lives of women in patriarchal communities in southern India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9043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viridis inferno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FCFFA4"/>
      </a:accent1>
      <a:accent2>
        <a:srgbClr val="FAC228"/>
      </a:accent2>
      <a:accent3>
        <a:srgbClr val="F57D15"/>
      </a:accent3>
      <a:accent4>
        <a:srgbClr val="D44842"/>
      </a:accent4>
      <a:accent5>
        <a:srgbClr val="9F2A63"/>
      </a:accent5>
      <a:accent6>
        <a:srgbClr val="65156E"/>
      </a:accent6>
      <a:hlink>
        <a:srgbClr val="280B53"/>
      </a:hlink>
      <a:folHlink>
        <a:srgbClr val="000004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8EE15E3E6707447849AAB458DC8623E" ma:contentTypeVersion="14" ma:contentTypeDescription="Create a new document." ma:contentTypeScope="" ma:versionID="408bcf87a89606ea8fdbe433c0fcbc71">
  <xsd:schema xmlns:xsd="http://www.w3.org/2001/XMLSchema" xmlns:xs="http://www.w3.org/2001/XMLSchema" xmlns:p="http://schemas.microsoft.com/office/2006/metadata/properties" xmlns:ns3="c4955aab-5521-4c99-be5f-8a8c64c93241" xmlns:ns4="1b282451-3922-4353-a20e-18c8179d8d4f" targetNamespace="http://schemas.microsoft.com/office/2006/metadata/properties" ma:root="true" ma:fieldsID="e13197b70171d63a285c7cc5637aea46" ns3:_="" ns4:_="">
    <xsd:import namespace="c4955aab-5521-4c99-be5f-8a8c64c93241"/>
    <xsd:import namespace="1b282451-3922-4353-a20e-18c8179d8d4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55aab-5521-4c99-be5f-8a8c64c932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282451-3922-4353-a20e-18c8179d8d4f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4955aab-5521-4c99-be5f-8a8c64c93241" xsi:nil="true"/>
  </documentManagement>
</p:properties>
</file>

<file path=customXml/itemProps1.xml><?xml version="1.0" encoding="utf-8"?>
<ds:datastoreItem xmlns:ds="http://schemas.openxmlformats.org/officeDocument/2006/customXml" ds:itemID="{F4CD1E25-6F2F-4A76-86CD-28C4461C3F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4955aab-5521-4c99-be5f-8a8c64c93241"/>
    <ds:schemaRef ds:uri="1b282451-3922-4353-a20e-18c8179d8d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30AB823-76AC-47F3-B0E9-52C09B6BD2D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E948F84-A3FE-4C06-8269-78D03C4529F2}">
  <ds:schemaRefs>
    <ds:schemaRef ds:uri="http://schemas.microsoft.com/office/2006/metadata/properties"/>
    <ds:schemaRef ds:uri="http://purl.org/dc/terms/"/>
    <ds:schemaRef ds:uri="http://purl.org/dc/dcmitype/"/>
    <ds:schemaRef ds:uri="1b282451-3922-4353-a20e-18c8179d8d4f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c4955aab-5521-4c99-be5f-8a8c64c9324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</TotalTime>
  <Words>275</Words>
  <Application>Microsoft Office PowerPoint</Application>
  <PresentationFormat>Widescreen</PresentationFormat>
  <Paragraphs>42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Black</vt:lpstr>
      <vt:lpstr>Aptos Display</vt:lpstr>
      <vt:lpstr>Aptos SemiBold</vt:lpstr>
      <vt:lpstr>Arial</vt:lpstr>
      <vt:lpstr>2_office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Luis Carlos Guevara Hernandez</dc:creator>
  <cp:lastModifiedBy>Luis Carlos Guevara Hernandez</cp:lastModifiedBy>
  <cp:revision>1</cp:revision>
  <dcterms:created xsi:type="dcterms:W3CDTF">2024-06-30T19:22:33Z</dcterms:created>
  <dcterms:modified xsi:type="dcterms:W3CDTF">2026-05-20T15:33:54Z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0x01010098EE15E3E6707447849AAB458DC8623E</vt:lpwstr>
  </property>
</Properties>
</file>